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3ECB-BB3B-5261-F9E4-020F5882B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E50C0-F763-BFCC-7811-86168044F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CCB5C-BD00-6415-791D-215D84550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341D2-98A3-1322-8911-36B7A1BF1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51537-4086-5CEC-6B7C-5C8B88AD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196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E831-4B8D-21E0-E755-0FDE4344F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BFD36-B857-0FCF-EC46-30BB6175E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46830-EB17-FD99-1A22-3B21B60B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67C5E-BEE8-DB8F-744B-DD1136845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614EA-17AF-A3D1-E298-6366E19C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0612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601FE-DEDA-5C95-059B-89D297524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E3651-30C4-47E8-D737-B5FB25D96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81276-D317-7FDA-820D-AA4ED06BE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9179-0FCF-F3A2-6489-7C269638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A64EC-4BC2-35E0-2C63-E5177125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2275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3B621-4217-4B4D-3553-5E9481F3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CF8CC-E713-E3B8-A3B1-D26DB94A3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57302-C611-1EB0-E68E-BADE0B4C5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55F75-DF6C-1EFD-9395-012A5318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74D46-A8CD-E9D1-8EF2-0A3CBD7A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33B95-BC0B-FE4B-C2C2-F05ED3C8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389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30A1-F6F3-35C1-1D36-1393C037D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689DD-E3C9-4B08-5020-C90C55C21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238DD-8A73-13DC-D962-C4E693978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55EF32-6B12-145E-1CF0-38D068C11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F71CC-E50A-D31A-D003-F0382232E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B5F8A8-0449-9309-A427-1A08A973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3F4D59-9399-73D6-4FBA-60D7377B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F67FA6-2007-55CC-52B9-0C44257E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087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6810D-430F-FC7D-9DC7-393194EF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1AC4A8-4E0F-5FA5-723B-3E0E4908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7479E-CEA4-1ECC-A52D-128D98D9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08C25-6FA9-6EF5-BECF-B85D29D8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15333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70DC6-581B-C509-8AF4-F69144DE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A1EE3-B638-E439-6B3A-868420B9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C572A-3478-617A-183E-38FC15C9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19061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B55D-29F3-930C-9B1D-F1A0D1BC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6604D-B6E9-F6F2-C531-5F56D7E22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7A211-346D-F7EE-23BD-149A7E9F8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A0D1C-B886-CB1B-EBBF-B84820AB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2F52A-53F8-8B31-5D10-14CE5091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34148-DEE1-0A09-290F-91670681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562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3DC0-5B45-08C9-5D59-82E33C3CE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DAF493-4AF8-C48D-AFF0-1381480C6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64648-FB4D-B04A-60EF-A327526F1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FD570-BAFF-440D-7C8F-BEA1BE6F2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7CBB0-85F4-742B-43B0-200585A5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73E06-21DF-FB35-E072-139A0CB2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0624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0DD6-BAEE-983D-053B-D541B170C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24D91-0CC4-B3FD-5316-A7E2DE923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96DC7-432B-4F60-AA9C-9D826F9EF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A458A-1CF7-CDC7-5EB4-437C56E0B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A510A-ED82-4207-3314-1FE0927E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177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D5DE17-14C7-0BE3-F5A7-CEE9FB4227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DA43D-8CB3-CC99-D5C9-766CCFD33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596F5-3378-851F-F9FC-4609162B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31BB1-BABF-21DA-FD95-A8F9A960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2DE33-DC25-FC82-6C1B-36551E67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0761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739D9-9E42-7A1C-0DDC-0EA046CF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DD6EB-18B0-B9DB-FD0F-BA4210B25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10CF2-6D05-4E4C-1F83-C665F1A22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7FCF5-B975-49B8-AF2B-BB874A83291F}" type="datetimeFigureOut">
              <a:rPr lang="en-NL" smtClean="0"/>
              <a:t>26/06/2026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6BB50-8C2E-9178-8148-8C94F9FB0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7682F-0719-74E7-F84D-4DD6C85359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02554-EAB2-4812-9741-A45D367384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86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 descr="Bot (informática) - EcuRed">
            <a:extLst>
              <a:ext uri="{FF2B5EF4-FFF2-40B4-BE49-F238E27FC236}">
                <a16:creationId xmlns:a16="http://schemas.microsoft.com/office/drawing/2014/main" id="{D22E9CFE-B832-1268-9F30-D7644691FE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3C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3381013" y="1129608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Bot (informática) - EcuRed">
            <a:extLst>
              <a:ext uri="{FF2B5EF4-FFF2-40B4-BE49-F238E27FC236}">
                <a16:creationId xmlns:a16="http://schemas.microsoft.com/office/drawing/2014/main" id="{836CC701-5081-3344-1D84-080CAEBFC5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A1C93A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5210716" y="1129608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Bot (informática) - EcuRed">
            <a:extLst>
              <a:ext uri="{FF2B5EF4-FFF2-40B4-BE49-F238E27FC236}">
                <a16:creationId xmlns:a16="http://schemas.microsoft.com/office/drawing/2014/main" id="{0179DAB4-3C61-C8F0-FCD5-AA306058D3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634DA9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7076266" y="1129608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Bot (informática) - EcuRed">
            <a:extLst>
              <a:ext uri="{FF2B5EF4-FFF2-40B4-BE49-F238E27FC236}">
                <a16:creationId xmlns:a16="http://schemas.microsoft.com/office/drawing/2014/main" id="{75029D12-C1FC-C6E2-A1E7-2C4792D5BE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C4232A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5210716" y="3400036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kstvak 8">
            <a:extLst>
              <a:ext uri="{FF2B5EF4-FFF2-40B4-BE49-F238E27FC236}">
                <a16:creationId xmlns:a16="http://schemas.microsoft.com/office/drawing/2014/main" id="{ED0F6B05-B279-6EF7-70E7-3B7A5F8C3CDF}"/>
              </a:ext>
            </a:extLst>
          </p:cNvPr>
          <p:cNvSpPr txBox="1"/>
          <p:nvPr/>
        </p:nvSpPr>
        <p:spPr>
          <a:xfrm>
            <a:off x="3090496" y="2440404"/>
            <a:ext cx="159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Retrieval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42" name="Tekstvak 8">
            <a:extLst>
              <a:ext uri="{FF2B5EF4-FFF2-40B4-BE49-F238E27FC236}">
                <a16:creationId xmlns:a16="http://schemas.microsoft.com/office/drawing/2014/main" id="{B66F3C27-7817-AEA4-D1E4-FE22DA517AA2}"/>
              </a:ext>
            </a:extLst>
          </p:cNvPr>
          <p:cNvSpPr txBox="1"/>
          <p:nvPr/>
        </p:nvSpPr>
        <p:spPr>
          <a:xfrm>
            <a:off x="4920199" y="2440404"/>
            <a:ext cx="159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Reasoning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43" name="Tekstvak 8">
            <a:extLst>
              <a:ext uri="{FF2B5EF4-FFF2-40B4-BE49-F238E27FC236}">
                <a16:creationId xmlns:a16="http://schemas.microsoft.com/office/drawing/2014/main" id="{2C243E7F-B7E9-9561-F332-EF4B766075BA}"/>
              </a:ext>
            </a:extLst>
          </p:cNvPr>
          <p:cNvSpPr txBox="1"/>
          <p:nvPr/>
        </p:nvSpPr>
        <p:spPr>
          <a:xfrm>
            <a:off x="4920199" y="4698412"/>
            <a:ext cx="159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Evaluation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44" name="Tekstvak 8">
            <a:extLst>
              <a:ext uri="{FF2B5EF4-FFF2-40B4-BE49-F238E27FC236}">
                <a16:creationId xmlns:a16="http://schemas.microsoft.com/office/drawing/2014/main" id="{CCC642A2-55DA-FB95-D196-BFEEC0CD7649}"/>
              </a:ext>
            </a:extLst>
          </p:cNvPr>
          <p:cNvSpPr txBox="1"/>
          <p:nvPr/>
        </p:nvSpPr>
        <p:spPr>
          <a:xfrm>
            <a:off x="6785749" y="2440404"/>
            <a:ext cx="159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Scoring</a:t>
            </a:r>
          </a:p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pic>
        <p:nvPicPr>
          <p:cNvPr id="45" name="Picture 2" descr="Bot (informática) - EcuRed">
            <a:extLst>
              <a:ext uri="{FF2B5EF4-FFF2-40B4-BE49-F238E27FC236}">
                <a16:creationId xmlns:a16="http://schemas.microsoft.com/office/drawing/2014/main" id="{42B3FE15-5DD4-06B0-369E-30401E8CF5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7076266" y="3400036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kstvak 8">
            <a:extLst>
              <a:ext uri="{FF2B5EF4-FFF2-40B4-BE49-F238E27FC236}">
                <a16:creationId xmlns:a16="http://schemas.microsoft.com/office/drawing/2014/main" id="{27B2E567-4821-7F05-E7F4-BA77C28A5850}"/>
              </a:ext>
            </a:extLst>
          </p:cNvPr>
          <p:cNvSpPr txBox="1"/>
          <p:nvPr/>
        </p:nvSpPr>
        <p:spPr>
          <a:xfrm>
            <a:off x="6643765" y="4698412"/>
            <a:ext cx="1880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Orchestration </a:t>
            </a:r>
          </a:p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49" name="Tekstvak 8">
            <a:extLst>
              <a:ext uri="{FF2B5EF4-FFF2-40B4-BE49-F238E27FC236}">
                <a16:creationId xmlns:a16="http://schemas.microsoft.com/office/drawing/2014/main" id="{18C08114-EAF9-FE5D-7767-09B11A7DA2AE}"/>
              </a:ext>
            </a:extLst>
          </p:cNvPr>
          <p:cNvSpPr txBox="1"/>
          <p:nvPr/>
        </p:nvSpPr>
        <p:spPr>
          <a:xfrm>
            <a:off x="3215743" y="500166"/>
            <a:ext cx="487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Meet Your Agentic Team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pic>
        <p:nvPicPr>
          <p:cNvPr id="50" name="Picture 2" descr="Bot (informática) - EcuRed">
            <a:extLst>
              <a:ext uri="{FF2B5EF4-FFF2-40B4-BE49-F238E27FC236}">
                <a16:creationId xmlns:a16="http://schemas.microsoft.com/office/drawing/2014/main" id="{55A065F5-B413-F423-921F-88120B7657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3381013" y="3400036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kstvak 8">
            <a:extLst>
              <a:ext uri="{FF2B5EF4-FFF2-40B4-BE49-F238E27FC236}">
                <a16:creationId xmlns:a16="http://schemas.microsoft.com/office/drawing/2014/main" id="{BF4DDB5B-25B8-0C0B-0E3E-53C56CF132B5}"/>
              </a:ext>
            </a:extLst>
          </p:cNvPr>
          <p:cNvSpPr txBox="1"/>
          <p:nvPr/>
        </p:nvSpPr>
        <p:spPr>
          <a:xfrm>
            <a:off x="3090496" y="4698412"/>
            <a:ext cx="159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Summary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619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2" grpId="0"/>
      <p:bldP spid="43" grpId="0"/>
      <p:bldP spid="44" grpId="0"/>
      <p:bldP spid="47" grpId="0"/>
      <p:bldP spid="49" grpId="0"/>
      <p:bldP spid="5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E82D2-CE54-4D98-59B9-338E9DE8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 descr="Bot (informática) - EcuRed">
            <a:extLst>
              <a:ext uri="{FF2B5EF4-FFF2-40B4-BE49-F238E27FC236}">
                <a16:creationId xmlns:a16="http://schemas.microsoft.com/office/drawing/2014/main" id="{014D8569-0ED5-EF82-02B7-05A89389AE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3C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2374559" y="2151010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kstvak 8">
            <a:extLst>
              <a:ext uri="{FF2B5EF4-FFF2-40B4-BE49-F238E27FC236}">
                <a16:creationId xmlns:a16="http://schemas.microsoft.com/office/drawing/2014/main" id="{191FC2B6-693C-C44E-3ED4-D979240B51C8}"/>
              </a:ext>
            </a:extLst>
          </p:cNvPr>
          <p:cNvSpPr txBox="1"/>
          <p:nvPr/>
        </p:nvSpPr>
        <p:spPr>
          <a:xfrm>
            <a:off x="2084041" y="3407195"/>
            <a:ext cx="1596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Large Language Models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49" name="Tekstvak 8">
            <a:extLst>
              <a:ext uri="{FF2B5EF4-FFF2-40B4-BE49-F238E27FC236}">
                <a16:creationId xmlns:a16="http://schemas.microsoft.com/office/drawing/2014/main" id="{B4827B24-58EB-9983-CC02-EE51B7A201DE}"/>
              </a:ext>
            </a:extLst>
          </p:cNvPr>
          <p:cNvSpPr txBox="1"/>
          <p:nvPr/>
        </p:nvSpPr>
        <p:spPr>
          <a:xfrm>
            <a:off x="3215743" y="500166"/>
            <a:ext cx="487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LLMs vs Bayesian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pic>
        <p:nvPicPr>
          <p:cNvPr id="2" name="Picture 1" descr="Bayesian Probability Concept">
            <a:extLst>
              <a:ext uri="{FF2B5EF4-FFF2-40B4-BE49-F238E27FC236}">
                <a16:creationId xmlns:a16="http://schemas.microsoft.com/office/drawing/2014/main" id="{82BFD65B-371B-7A45-E027-81FCAEC47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435" y="1123471"/>
            <a:ext cx="3487589" cy="361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5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F94F8-1F8D-FA00-7244-84E53FD5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Bot (informática) - EcuRed">
            <a:extLst>
              <a:ext uri="{FF2B5EF4-FFF2-40B4-BE49-F238E27FC236}">
                <a16:creationId xmlns:a16="http://schemas.microsoft.com/office/drawing/2014/main" id="{12169FA6-37F9-66BC-46BD-14F9386AAF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3C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545128" y="728964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Bot (informática) - EcuRed">
            <a:extLst>
              <a:ext uri="{FF2B5EF4-FFF2-40B4-BE49-F238E27FC236}">
                <a16:creationId xmlns:a16="http://schemas.microsoft.com/office/drawing/2014/main" id="{184284B9-68DF-9373-F4C2-D7070EB978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A1C93A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3582592" y="728964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Bot (informática) - EcuRed">
            <a:extLst>
              <a:ext uri="{FF2B5EF4-FFF2-40B4-BE49-F238E27FC236}">
                <a16:creationId xmlns:a16="http://schemas.microsoft.com/office/drawing/2014/main" id="{7E98B64D-0AFD-7C75-726C-6A6244B680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634DA9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5116252" y="728964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t (informática) - EcuRed">
            <a:extLst>
              <a:ext uri="{FF2B5EF4-FFF2-40B4-BE49-F238E27FC236}">
                <a16:creationId xmlns:a16="http://schemas.microsoft.com/office/drawing/2014/main" id="{69D5A97E-C684-FADE-03B6-6647684910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C4232A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6658194" y="728964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kstvak 8">
            <a:extLst>
              <a:ext uri="{FF2B5EF4-FFF2-40B4-BE49-F238E27FC236}">
                <a16:creationId xmlns:a16="http://schemas.microsoft.com/office/drawing/2014/main" id="{F300F781-85CC-D68E-3B9F-3C3D0E5BEF4D}"/>
              </a:ext>
            </a:extLst>
          </p:cNvPr>
          <p:cNvSpPr txBox="1"/>
          <p:nvPr/>
        </p:nvSpPr>
        <p:spPr>
          <a:xfrm>
            <a:off x="1217847" y="3105834"/>
            <a:ext cx="6703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Each agent has a specialized task.</a:t>
            </a:r>
          </a:p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Together they form a system to solve the more complex task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18" name="Tekstvak 8">
            <a:extLst>
              <a:ext uri="{FF2B5EF4-FFF2-40B4-BE49-F238E27FC236}">
                <a16:creationId xmlns:a16="http://schemas.microsoft.com/office/drawing/2014/main" id="{BE1FB219-0CCC-5EAA-8FD7-7A9771531AA6}"/>
              </a:ext>
            </a:extLst>
          </p:cNvPr>
          <p:cNvSpPr txBox="1"/>
          <p:nvPr/>
        </p:nvSpPr>
        <p:spPr>
          <a:xfrm>
            <a:off x="545128" y="296589"/>
            <a:ext cx="101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A1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22" name="Tekstvak 8">
            <a:extLst>
              <a:ext uri="{FF2B5EF4-FFF2-40B4-BE49-F238E27FC236}">
                <a16:creationId xmlns:a16="http://schemas.microsoft.com/office/drawing/2014/main" id="{940D6F23-36FB-9F77-27F5-2D4B83180861}"/>
              </a:ext>
            </a:extLst>
          </p:cNvPr>
          <p:cNvSpPr txBox="1"/>
          <p:nvPr/>
        </p:nvSpPr>
        <p:spPr>
          <a:xfrm>
            <a:off x="242543" y="2029231"/>
            <a:ext cx="159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Retrieval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23" name="Tekstvak 8">
            <a:extLst>
              <a:ext uri="{FF2B5EF4-FFF2-40B4-BE49-F238E27FC236}">
                <a16:creationId xmlns:a16="http://schemas.microsoft.com/office/drawing/2014/main" id="{22778F0B-3557-C09B-B4DB-C6EACF444EC4}"/>
              </a:ext>
            </a:extLst>
          </p:cNvPr>
          <p:cNvSpPr txBox="1"/>
          <p:nvPr/>
        </p:nvSpPr>
        <p:spPr>
          <a:xfrm>
            <a:off x="3582591" y="296589"/>
            <a:ext cx="101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A3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24" name="Tekstvak 8">
            <a:extLst>
              <a:ext uri="{FF2B5EF4-FFF2-40B4-BE49-F238E27FC236}">
                <a16:creationId xmlns:a16="http://schemas.microsoft.com/office/drawing/2014/main" id="{B629B2D4-B8BC-9D0C-8CED-FAC99DBC393E}"/>
              </a:ext>
            </a:extLst>
          </p:cNvPr>
          <p:cNvSpPr txBox="1"/>
          <p:nvPr/>
        </p:nvSpPr>
        <p:spPr>
          <a:xfrm>
            <a:off x="5180172" y="296589"/>
            <a:ext cx="101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A4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25" name="Tekstvak 8">
            <a:extLst>
              <a:ext uri="{FF2B5EF4-FFF2-40B4-BE49-F238E27FC236}">
                <a16:creationId xmlns:a16="http://schemas.microsoft.com/office/drawing/2014/main" id="{615DB641-9212-1212-9408-B7B83261343B}"/>
              </a:ext>
            </a:extLst>
          </p:cNvPr>
          <p:cNvSpPr txBox="1"/>
          <p:nvPr/>
        </p:nvSpPr>
        <p:spPr>
          <a:xfrm>
            <a:off x="6624331" y="296589"/>
            <a:ext cx="101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A5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26" name="Tekstvak 8">
            <a:extLst>
              <a:ext uri="{FF2B5EF4-FFF2-40B4-BE49-F238E27FC236}">
                <a16:creationId xmlns:a16="http://schemas.microsoft.com/office/drawing/2014/main" id="{08DE6D20-7CE0-E51D-3BF2-796F407E934D}"/>
              </a:ext>
            </a:extLst>
          </p:cNvPr>
          <p:cNvSpPr txBox="1"/>
          <p:nvPr/>
        </p:nvSpPr>
        <p:spPr>
          <a:xfrm>
            <a:off x="3292073" y="2067910"/>
            <a:ext cx="159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Summary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27" name="Tekstvak 8">
            <a:extLst>
              <a:ext uri="{FF2B5EF4-FFF2-40B4-BE49-F238E27FC236}">
                <a16:creationId xmlns:a16="http://schemas.microsoft.com/office/drawing/2014/main" id="{6B2D053F-7336-63AE-19D9-037E9187D352}"/>
              </a:ext>
            </a:extLst>
          </p:cNvPr>
          <p:cNvSpPr txBox="1"/>
          <p:nvPr/>
        </p:nvSpPr>
        <p:spPr>
          <a:xfrm>
            <a:off x="6367676" y="2029231"/>
            <a:ext cx="159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Evaluation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28" name="Tekstvak 8">
            <a:extLst>
              <a:ext uri="{FF2B5EF4-FFF2-40B4-BE49-F238E27FC236}">
                <a16:creationId xmlns:a16="http://schemas.microsoft.com/office/drawing/2014/main" id="{CB6737B5-2B22-D62C-C8D0-D6F6F2ABF7BB}"/>
              </a:ext>
            </a:extLst>
          </p:cNvPr>
          <p:cNvSpPr txBox="1"/>
          <p:nvPr/>
        </p:nvSpPr>
        <p:spPr>
          <a:xfrm>
            <a:off x="4781766" y="2029231"/>
            <a:ext cx="159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Scoring</a:t>
            </a:r>
          </a:p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pic>
        <p:nvPicPr>
          <p:cNvPr id="29" name="Picture 2" descr="Bot (informática) - EcuRed">
            <a:extLst>
              <a:ext uri="{FF2B5EF4-FFF2-40B4-BE49-F238E27FC236}">
                <a16:creationId xmlns:a16="http://schemas.microsoft.com/office/drawing/2014/main" id="{B0576711-C64A-D8A3-5BC2-8AD6AC05BD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8234185" y="728964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kstvak 8">
            <a:extLst>
              <a:ext uri="{FF2B5EF4-FFF2-40B4-BE49-F238E27FC236}">
                <a16:creationId xmlns:a16="http://schemas.microsoft.com/office/drawing/2014/main" id="{C3C15DD2-6B60-F266-2E33-B90C402622C4}"/>
              </a:ext>
            </a:extLst>
          </p:cNvPr>
          <p:cNvSpPr txBox="1"/>
          <p:nvPr/>
        </p:nvSpPr>
        <p:spPr>
          <a:xfrm>
            <a:off x="8234186" y="296589"/>
            <a:ext cx="101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A6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31" name="Tekstvak 8">
            <a:extLst>
              <a:ext uri="{FF2B5EF4-FFF2-40B4-BE49-F238E27FC236}">
                <a16:creationId xmlns:a16="http://schemas.microsoft.com/office/drawing/2014/main" id="{408109E2-C950-F82C-E597-2F58FA01A56F}"/>
              </a:ext>
            </a:extLst>
          </p:cNvPr>
          <p:cNvSpPr txBox="1"/>
          <p:nvPr/>
        </p:nvSpPr>
        <p:spPr>
          <a:xfrm>
            <a:off x="7801684" y="2029231"/>
            <a:ext cx="1880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Orchestration </a:t>
            </a:r>
          </a:p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pic>
        <p:nvPicPr>
          <p:cNvPr id="2" name="Picture 2" descr="Bot (informática) - EcuRed">
            <a:extLst>
              <a:ext uri="{FF2B5EF4-FFF2-40B4-BE49-F238E27FC236}">
                <a16:creationId xmlns:a16="http://schemas.microsoft.com/office/drawing/2014/main" id="{B201A73A-03F2-F974-F7F7-3781D90017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2043285" y="728964"/>
            <a:ext cx="1015621" cy="127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vak 8">
            <a:extLst>
              <a:ext uri="{FF2B5EF4-FFF2-40B4-BE49-F238E27FC236}">
                <a16:creationId xmlns:a16="http://schemas.microsoft.com/office/drawing/2014/main" id="{A45723D4-57EB-6D42-B3DC-5F1234AF6F5F}"/>
              </a:ext>
            </a:extLst>
          </p:cNvPr>
          <p:cNvSpPr txBox="1"/>
          <p:nvPr/>
        </p:nvSpPr>
        <p:spPr>
          <a:xfrm>
            <a:off x="1674468" y="2029231"/>
            <a:ext cx="159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Reasoning agent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  <p:sp>
        <p:nvSpPr>
          <p:cNvPr id="4" name="Tekstvak 8">
            <a:extLst>
              <a:ext uri="{FF2B5EF4-FFF2-40B4-BE49-F238E27FC236}">
                <a16:creationId xmlns:a16="http://schemas.microsoft.com/office/drawing/2014/main" id="{AF80725B-BA2C-0EB2-64AE-102F3936BDE7}"/>
              </a:ext>
            </a:extLst>
          </p:cNvPr>
          <p:cNvSpPr txBox="1"/>
          <p:nvPr/>
        </p:nvSpPr>
        <p:spPr>
          <a:xfrm>
            <a:off x="1994189" y="296589"/>
            <a:ext cx="101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5E5E5E"/>
                </a:solidFill>
                <a:latin typeface="Trebuchet MS"/>
                <a:ea typeface="MS PGothic" pitchFamily="34" charset="-128"/>
                <a:cs typeface="Arial"/>
                <a:sym typeface="Arial"/>
              </a:rPr>
              <a:t>A2</a:t>
            </a:r>
            <a:endParaRPr lang="nl-NL" dirty="0">
              <a:solidFill>
                <a:srgbClr val="5E5E5E"/>
              </a:solidFill>
              <a:latin typeface="Trebuchet MS"/>
              <a:ea typeface="MS PGothic" pitchFamily="34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420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troducing LLM OS by Andrej Karpathy | Shreyas kumar Singh posted on the  topic | LinkedIn">
            <a:extLst>
              <a:ext uri="{FF2B5EF4-FFF2-40B4-BE49-F238E27FC236}">
                <a16:creationId xmlns:a16="http://schemas.microsoft.com/office/drawing/2014/main" id="{2E4AD148-0270-A9DA-FAFB-82FCC6A99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8" r="644"/>
          <a:stretch/>
        </p:blipFill>
        <p:spPr bwMode="auto">
          <a:xfrm>
            <a:off x="1430098" y="638175"/>
            <a:ext cx="9552227" cy="539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ot (informática) - EcuRed">
            <a:extLst>
              <a:ext uri="{FF2B5EF4-FFF2-40B4-BE49-F238E27FC236}">
                <a16:creationId xmlns:a16="http://schemas.microsoft.com/office/drawing/2014/main" id="{847B16D6-2E37-2D79-2AB7-AE4062192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3C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8624624" y="3216820"/>
            <a:ext cx="494828" cy="62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ot (informática) - EcuRed">
            <a:extLst>
              <a:ext uri="{FF2B5EF4-FFF2-40B4-BE49-F238E27FC236}">
                <a16:creationId xmlns:a16="http://schemas.microsoft.com/office/drawing/2014/main" id="{64061799-BCE8-2CFD-9211-B8378336A2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A1C93A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4203069" y="3519871"/>
            <a:ext cx="491938" cy="61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Bot (informática) - EcuRed">
            <a:extLst>
              <a:ext uri="{FF2B5EF4-FFF2-40B4-BE49-F238E27FC236}">
                <a16:creationId xmlns:a16="http://schemas.microsoft.com/office/drawing/2014/main" id="{C15879EE-A38D-37D0-376C-68A3D461DE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634DA9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4203069" y="4670009"/>
            <a:ext cx="515066" cy="6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ot (informática) - EcuRed">
            <a:extLst>
              <a:ext uri="{FF2B5EF4-FFF2-40B4-BE49-F238E27FC236}">
                <a16:creationId xmlns:a16="http://schemas.microsoft.com/office/drawing/2014/main" id="{C51E8AE6-4F06-2838-91DA-0138ACD7A2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C4232A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5922396" y="2338817"/>
            <a:ext cx="494828" cy="62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13CC26A-E3E0-5EA8-3B10-98F570A92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16" y="4845281"/>
            <a:ext cx="592546" cy="72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A7426126-E419-5458-B459-65B07C6FB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62" y="3300093"/>
            <a:ext cx="1080136" cy="118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42F16B-7BFC-023B-77DD-C50548D955BE}"/>
              </a:ext>
            </a:extLst>
          </p:cNvPr>
          <p:cNvSpPr/>
          <p:nvPr/>
        </p:nvSpPr>
        <p:spPr>
          <a:xfrm>
            <a:off x="884362" y="219287"/>
            <a:ext cx="30237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1219170">
              <a:buClr>
                <a:srgbClr val="000000"/>
              </a:buClr>
            </a:pPr>
            <a:r>
              <a:rPr lang="en-US" sz="5400" kern="0" dirty="0">
                <a:solidFill>
                  <a:srgbClr val="3C9BD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  <a:ea typeface="ADLaM Display" panose="02010000000000000000" pitchFamily="2" charset="0"/>
                <a:cs typeface="Courier New" panose="02070309020205020404" pitchFamily="49" charset="0"/>
                <a:sym typeface="Arial"/>
              </a:rPr>
              <a:t>llm0s</a:t>
            </a:r>
            <a:endParaRPr lang="en-US" sz="4400" kern="0" dirty="0">
              <a:solidFill>
                <a:srgbClr val="3C9BD5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tencil" panose="040409050D0802020404" pitchFamily="82" charset="0"/>
              <a:ea typeface="ADLaM Display" panose="02010000000000000000" pitchFamily="2" charset="0"/>
              <a:cs typeface="Courier New" panose="02070309020205020404" pitchFamily="49" charset="0"/>
              <a:sym typeface="Arial"/>
            </a:endParaRPr>
          </a:p>
        </p:txBody>
      </p:sp>
      <p:pic>
        <p:nvPicPr>
          <p:cNvPr id="14" name="Picture 10" descr="Database Logo Images - Free Download on Freepik">
            <a:extLst>
              <a:ext uri="{FF2B5EF4-FFF2-40B4-BE49-F238E27FC236}">
                <a16:creationId xmlns:a16="http://schemas.microsoft.com/office/drawing/2014/main" id="{128955BB-5923-D2E5-2EC2-110BC7197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05" y="4935511"/>
            <a:ext cx="1268730" cy="1268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Bot (informática) - EcuRed">
            <a:extLst>
              <a:ext uri="{FF2B5EF4-FFF2-40B4-BE49-F238E27FC236}">
                <a16:creationId xmlns:a16="http://schemas.microsoft.com/office/drawing/2014/main" id="{BC4767A9-74D1-F0CC-F888-47385B12DF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6241026" y="3300093"/>
            <a:ext cx="863258" cy="1086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Bot (informática) - EcuRed">
            <a:extLst>
              <a:ext uri="{FF2B5EF4-FFF2-40B4-BE49-F238E27FC236}">
                <a16:creationId xmlns:a16="http://schemas.microsoft.com/office/drawing/2014/main" id="{7F06F702-13FA-7073-521E-04D1EF101C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3C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5275859" y="2338817"/>
            <a:ext cx="494828" cy="62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Bot (informática) - EcuRed">
            <a:extLst>
              <a:ext uri="{FF2B5EF4-FFF2-40B4-BE49-F238E27FC236}">
                <a16:creationId xmlns:a16="http://schemas.microsoft.com/office/drawing/2014/main" id="{B474B11D-2A4D-7B33-4C0F-943C1FAEAC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3C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4214633" y="5363508"/>
            <a:ext cx="494828" cy="62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Bot (informática) - EcuRed">
            <a:extLst>
              <a:ext uri="{FF2B5EF4-FFF2-40B4-BE49-F238E27FC236}">
                <a16:creationId xmlns:a16="http://schemas.microsoft.com/office/drawing/2014/main" id="{CFA43A1A-41D7-EB1C-4B55-A31A4C6639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C4232A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8624624" y="3953518"/>
            <a:ext cx="494828" cy="62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3318</TotalTime>
  <Words>63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Stencil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T</dc:creator>
  <cp:lastModifiedBy>E T</cp:lastModifiedBy>
  <cp:revision>11</cp:revision>
  <dcterms:created xsi:type="dcterms:W3CDTF">2026-05-25T13:07:45Z</dcterms:created>
  <dcterms:modified xsi:type="dcterms:W3CDTF">2026-06-26T19:53:16Z</dcterms:modified>
</cp:coreProperties>
</file>