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0" r:id="rId2"/>
  </p:sldIdLst>
  <p:sldSz cx="10080625" cy="3240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2F6"/>
    <a:srgbClr val="F2F8FC"/>
    <a:srgbClr val="D7ECF9"/>
    <a:srgbClr val="EAF2FA"/>
    <a:srgbClr val="373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96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078" y="530264"/>
            <a:ext cx="7560469" cy="1128031"/>
          </a:xfrm>
        </p:spPr>
        <p:txBody>
          <a:bodyPr anchor="b"/>
          <a:lstStyle>
            <a:lvl1pPr algn="ctr"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078" y="1701796"/>
            <a:ext cx="7560469" cy="782271"/>
          </a:xfrm>
        </p:spPr>
        <p:txBody>
          <a:bodyPr/>
          <a:lstStyle>
            <a:lvl1pPr marL="0" indent="0" algn="ctr">
              <a:buNone/>
              <a:defRPr sz="1134"/>
            </a:lvl1pPr>
            <a:lvl2pPr marL="216027" indent="0" algn="ctr">
              <a:buNone/>
              <a:defRPr sz="945"/>
            </a:lvl2pPr>
            <a:lvl3pPr marL="432054" indent="0" algn="ctr">
              <a:buNone/>
              <a:defRPr sz="851"/>
            </a:lvl3pPr>
            <a:lvl4pPr marL="648081" indent="0" algn="ctr">
              <a:buNone/>
              <a:defRPr sz="756"/>
            </a:lvl4pPr>
            <a:lvl5pPr marL="864108" indent="0" algn="ctr">
              <a:buNone/>
              <a:defRPr sz="756"/>
            </a:lvl5pPr>
            <a:lvl6pPr marL="1080135" indent="0" algn="ctr">
              <a:buNone/>
              <a:defRPr sz="756"/>
            </a:lvl6pPr>
            <a:lvl7pPr marL="1296162" indent="0" algn="ctr">
              <a:buNone/>
              <a:defRPr sz="756"/>
            </a:lvl7pPr>
            <a:lvl8pPr marL="1512189" indent="0" algn="ctr">
              <a:buNone/>
              <a:defRPr sz="756"/>
            </a:lvl8pPr>
            <a:lvl9pPr marL="1728216" indent="0" algn="ctr">
              <a:buNone/>
              <a:defRPr sz="7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03/10/2025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80451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03/10/2025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96940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93" y="807773"/>
            <a:ext cx="8694539" cy="1347786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793" y="2168309"/>
            <a:ext cx="8694539" cy="708769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1pPr>
            <a:lvl2pPr marL="216027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2pPr>
            <a:lvl3pPr marL="432054" indent="0">
              <a:buNone/>
              <a:defRPr sz="851">
                <a:solidFill>
                  <a:schemeClr val="tx1">
                    <a:tint val="82000"/>
                  </a:schemeClr>
                </a:solidFill>
              </a:defRPr>
            </a:lvl3pPr>
            <a:lvl4pPr marL="648081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4pPr>
            <a:lvl5pPr marL="864108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5pPr>
            <a:lvl6pPr marL="1080135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6pPr>
            <a:lvl7pPr marL="1296162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7pPr>
            <a:lvl8pPr marL="1512189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8pPr>
            <a:lvl9pPr marL="1728216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03/10/2025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00739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043" y="862523"/>
            <a:ext cx="4284266" cy="2055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6" y="862523"/>
            <a:ext cx="4284266" cy="2055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03/10/2025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7410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172505"/>
            <a:ext cx="8694539" cy="62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357" y="794272"/>
            <a:ext cx="4264576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57" y="1183532"/>
            <a:ext cx="4264576" cy="1740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316" y="794272"/>
            <a:ext cx="4285579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316" y="1183532"/>
            <a:ext cx="4285579" cy="1740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03/10/2025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78637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03/10/2025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13978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03/10/2025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83852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216006"/>
            <a:ext cx="3251264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579" y="466513"/>
            <a:ext cx="5103316" cy="230256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972026"/>
            <a:ext cx="3251264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03/10/2025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61167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216006"/>
            <a:ext cx="3251264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85579" y="466513"/>
            <a:ext cx="5103316" cy="230256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6027" indent="0">
              <a:buNone/>
              <a:defRPr sz="1323"/>
            </a:lvl2pPr>
            <a:lvl3pPr marL="432054" indent="0">
              <a:buNone/>
              <a:defRPr sz="1134"/>
            </a:lvl3pPr>
            <a:lvl4pPr marL="648081" indent="0">
              <a:buNone/>
              <a:defRPr sz="945"/>
            </a:lvl4pPr>
            <a:lvl5pPr marL="864108" indent="0">
              <a:buNone/>
              <a:defRPr sz="945"/>
            </a:lvl5pPr>
            <a:lvl6pPr marL="1080135" indent="0">
              <a:buNone/>
              <a:defRPr sz="945"/>
            </a:lvl6pPr>
            <a:lvl7pPr marL="1296162" indent="0">
              <a:buNone/>
              <a:defRPr sz="945"/>
            </a:lvl7pPr>
            <a:lvl8pPr marL="1512189" indent="0">
              <a:buNone/>
              <a:defRPr sz="945"/>
            </a:lvl8pPr>
            <a:lvl9pPr marL="1728216" indent="0">
              <a:buNone/>
              <a:defRPr sz="94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972026"/>
            <a:ext cx="3251264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03/10/2025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66049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03/10/2025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68537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7" y="172505"/>
            <a:ext cx="2173635" cy="27458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3" y="172505"/>
            <a:ext cx="6394896" cy="27458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03/10/2025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9998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043" y="172505"/>
            <a:ext cx="8694539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043" y="862523"/>
            <a:ext cx="8694539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043" y="3003082"/>
            <a:ext cx="226814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69B07-149C-480A-A890-BD4AE7787C02}" type="datetimeFigureOut">
              <a:rPr lang="en-NL" smtClean="0"/>
              <a:t>03/10/2025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9207" y="3003082"/>
            <a:ext cx="340221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441" y="3003082"/>
            <a:ext cx="226814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9581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32054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14" indent="-108014" algn="l" defTabSz="432054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4041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40068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6095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122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9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6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3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6230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9B92C-C7C7-C0A9-A8AD-53F2B80E4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157D6B4-99DD-AE32-4187-D2E22060F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2309" y="8571"/>
            <a:ext cx="5106888" cy="3240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3330D115-7A12-FE26-8184-349A17368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8571"/>
            <a:ext cx="4982309" cy="3240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9BD220-54FA-EDB8-51AD-7387096519EF}"/>
              </a:ext>
            </a:extLst>
          </p:cNvPr>
          <p:cNvSpPr/>
          <p:nvPr/>
        </p:nvSpPr>
        <p:spPr>
          <a:xfrm>
            <a:off x="0" y="0"/>
            <a:ext cx="10080625" cy="3258024"/>
          </a:xfrm>
          <a:prstGeom prst="roundRect">
            <a:avLst>
              <a:gd name="adj" fmla="val 1617"/>
            </a:avLst>
          </a:prstGeom>
          <a:gradFill flip="none" rotWithShape="1">
            <a:gsLst>
              <a:gs pos="0">
                <a:schemeClr val="tx1">
                  <a:lumMod val="100000"/>
                  <a:alpha val="30000"/>
                </a:schemeClr>
              </a:gs>
              <a:gs pos="75000">
                <a:schemeClr val="tx1">
                  <a:alpha val="36000"/>
                  <a:lumMod val="100000"/>
                </a:schemeClr>
              </a:gs>
              <a:gs pos="0">
                <a:schemeClr val="tx1">
                  <a:lumMod val="100000"/>
                  <a:alpha val="89000"/>
                </a:schemeClr>
              </a:gs>
              <a:gs pos="100000">
                <a:schemeClr val="bg1">
                  <a:alpha val="0"/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4" name="AutoShape 2" descr="Headphones Logo Design">
            <a:extLst>
              <a:ext uri="{FF2B5EF4-FFF2-40B4-BE49-F238E27FC236}">
                <a16:creationId xmlns:a16="http://schemas.microsoft.com/office/drawing/2014/main" id="{2D207254-2095-2FC0-7707-4A607B47A1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7913" y="14668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BCCC28-2717-E298-FB89-2B5E415BEBFD}"/>
              </a:ext>
            </a:extLst>
          </p:cNvPr>
          <p:cNvSpPr txBox="1"/>
          <p:nvPr/>
        </p:nvSpPr>
        <p:spPr>
          <a:xfrm>
            <a:off x="249736" y="381031"/>
            <a:ext cx="53329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Build Your Private Language Model: Local and Specialized For Your Tasks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F50C43-9F65-B1EB-802F-019E336F14BD}"/>
              </a:ext>
            </a:extLst>
          </p:cNvPr>
          <p:cNvSpPr txBox="1"/>
          <p:nvPr/>
        </p:nvSpPr>
        <p:spPr>
          <a:xfrm>
            <a:off x="249736" y="1208696"/>
            <a:ext cx="5000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 complete step-by-step guide from setup to deployment of local language models, making it private, portable, and shareable, with integrated local databases.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49E25B-252A-15EF-1A77-F42C4CF3E22C}"/>
              </a:ext>
            </a:extLst>
          </p:cNvPr>
          <p:cNvGrpSpPr/>
          <p:nvPr/>
        </p:nvGrpSpPr>
        <p:grpSpPr>
          <a:xfrm>
            <a:off x="682527" y="2281515"/>
            <a:ext cx="540000" cy="540000"/>
            <a:chOff x="907800" y="2311512"/>
            <a:chExt cx="540000" cy="540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699804A-E0AB-528F-E152-B77BC3B7EC23}"/>
                </a:ext>
              </a:extLst>
            </p:cNvPr>
            <p:cNvSpPr/>
            <p:nvPr/>
          </p:nvSpPr>
          <p:spPr>
            <a:xfrm>
              <a:off x="907800" y="2311512"/>
              <a:ext cx="540000" cy="540000"/>
            </a:xfrm>
            <a:prstGeom prst="ellipse">
              <a:avLst/>
            </a:prstGeom>
            <a:solidFill>
              <a:srgbClr val="37353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C31DCEAA-4828-3452-C64E-9EB5EA0F4515}"/>
                </a:ext>
              </a:extLst>
            </p:cNvPr>
            <p:cNvSpPr/>
            <p:nvPr/>
          </p:nvSpPr>
          <p:spPr>
            <a:xfrm rot="5400000">
              <a:off x="1099889" y="2484220"/>
              <a:ext cx="249613" cy="194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48FCD48-1757-6943-F26A-6B542B84754C}"/>
              </a:ext>
            </a:extLst>
          </p:cNvPr>
          <p:cNvSpPr txBox="1"/>
          <p:nvPr/>
        </p:nvSpPr>
        <p:spPr>
          <a:xfrm>
            <a:off x="1112426" y="2662995"/>
            <a:ext cx="12641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Podcast included</a:t>
            </a:r>
            <a:endParaRPr lang="en-NL" sz="9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98DF711D-06C0-F246-2BC8-1C4F708758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0426" y="2277571"/>
            <a:ext cx="442744" cy="44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74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</TotalTime>
  <Words>41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Aharoni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 T</dc:creator>
  <cp:lastModifiedBy>E T</cp:lastModifiedBy>
  <cp:revision>13</cp:revision>
  <dcterms:created xsi:type="dcterms:W3CDTF">2025-08-26T18:33:52Z</dcterms:created>
  <dcterms:modified xsi:type="dcterms:W3CDTF">2025-10-03T14:46:07Z</dcterms:modified>
</cp:coreProperties>
</file>