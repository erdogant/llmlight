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6" r:id="rId3"/>
    <p:sldId id="269" r:id="rId4"/>
    <p:sldId id="257" r:id="rId5"/>
    <p:sldId id="259" r:id="rId6"/>
    <p:sldId id="260" r:id="rId7"/>
    <p:sldId id="261" r:id="rId8"/>
    <p:sldId id="264" r:id="rId9"/>
    <p:sldId id="265" r:id="rId1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BE5"/>
    <a:srgbClr val="761C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96" y="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DF65-2A5F-C297-2863-CA3E0C040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CF0FB-63C3-F3B9-D55B-31D752069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12BB1-B77F-FD28-E90E-75BEBCB50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A39F1-A860-3492-B4DE-EA057AFE6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B4C85-92B5-8885-56F5-2AD16976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9014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09D0-2382-9ADF-B397-BDA4C51E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7AE9B-DBBC-E837-FF51-8850368E8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D9D24-5485-0569-F5AF-A967075B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1BCA6-C846-2766-240D-98E9DA20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8A8B-CE10-071A-A5E8-614B6786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1318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C22BC-C4CF-1C76-5E61-68682256D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7BCBD-8446-AACA-DFDB-AB7D24E91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200CA-BF80-F4C5-1A19-417E29FC7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F27A7-4518-AAA3-6B19-BF9A31C1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3819A-D63B-7B42-62BE-3810A478D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42583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002A-B350-2E7B-55F3-1C774D330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94F9D-74A8-5F09-02C6-FD76480A2A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04D30-31BD-7B4A-C286-47972CF1F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59566D-F78B-2E8B-7C73-0969C579C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6EAEE-1C0B-4C02-9D68-6ACD1332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4EEFA-BFC2-A869-4893-B47F89637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79553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F5F8-C472-21EA-C013-82EDD2D94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06440-A0CD-6B12-96A6-22F8B632A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AB199-36A1-53D0-6EA8-3BCEEB8F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AC1E5D-54FE-9EEA-0696-7C88AC7679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2578F-F6CE-7ED0-354D-209C3A063C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EA36ED-5917-C621-2BA0-C4DAE625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FC20FC-641D-3D68-E361-90985F6C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BA5A30-D7AC-C4C8-E907-47FDACF1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1455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E0D8-3A2E-63BE-D931-BA53C31B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675322-B418-E505-945E-2CC5C4B73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EE3A6-3012-3D25-4803-9B2C8BA0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AD504-AF0D-4AB8-0ED3-0BDA4166A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19481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FB90C-DB33-C406-4E00-A90C2A2A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B5CC94-EC60-11A5-D516-05F1DF16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668E-446B-824E-9E1D-F8072013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8244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0286-538B-16D8-F803-80366FD4B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7D331-6968-A177-6443-96CE9CAB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16E00-28BB-BAA9-3061-37E4B29C2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C46214-9CD8-68A1-D75C-B50C83D8D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39499-175D-E574-24BC-AEFF9C38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EC4DC-C210-607E-050A-22986A840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4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BDFA6-0D95-CED2-31E9-9FB59B1CE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073375-0F7E-E665-3D50-AB3DFD73F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453F8-57DF-8642-87EA-F0A6B46C1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89F0A-9B6C-8CAA-B51E-156D6A05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0BA26-209C-4310-33D1-D7C3678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CBA8E6-D225-45CE-43CE-DE1D7E08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047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C160-4669-9C11-00A7-AC9A2945E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28060-E5EC-F73F-1B54-F2CADAE4B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B025E-F915-2344-62C3-D2BB822CC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FDF48-9194-6CAF-F41A-8C9D85BB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E6F98-33E3-452E-A2DC-6B59A3FD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497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431C21-9AF3-C031-CCBE-7E3E611847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CB8795-7A1B-059C-1ABF-4BCF1CBB1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C81D3-C63D-0585-D992-220742A7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92BBF-1729-1D54-637B-F07295E2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80F02-73A5-8E8A-E26F-FA493305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0606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FD5AA-CF1A-84D5-8377-5434F9BD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F408E-7871-C34F-B30D-317853B56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C346E-4A0D-36A9-68AD-A4C1E94374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860D0-EBC9-4CCD-82FB-90EB89E22FA7}" type="datetimeFigureOut">
              <a:rPr lang="en-NL" smtClean="0"/>
              <a:t>28/06/2026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3CCCA-FD27-9AFD-5ECA-0DDDC1113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BDDF9-DDA8-71C4-3E15-E072F704D1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6063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jpe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6.jpe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20EF5-6E15-D94E-2DF1-8DA2C19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A4B6DA07-FA81-C634-99E7-E5AEA5B3E8A2}"/>
              </a:ext>
            </a:extLst>
          </p:cNvPr>
          <p:cNvSpPr/>
          <p:nvPr/>
        </p:nvSpPr>
        <p:spPr>
          <a:xfrm>
            <a:off x="1499452" y="2209289"/>
            <a:ext cx="7638410" cy="2111098"/>
          </a:xfrm>
          <a:prstGeom prst="roundRect">
            <a:avLst>
              <a:gd name="adj" fmla="val 460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C065AB0-DC7A-292D-01F8-ECB366D06665}"/>
              </a:ext>
            </a:extLst>
          </p:cNvPr>
          <p:cNvSpPr txBox="1"/>
          <p:nvPr/>
        </p:nvSpPr>
        <p:spPr>
          <a:xfrm rot="16200000">
            <a:off x="1763044" y="3040801"/>
            <a:ext cx="137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Instructions</a:t>
            </a:r>
            <a:endParaRPr lang="en-NL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937D738-DF86-527E-7DA7-92B8D538DC41}"/>
              </a:ext>
            </a:extLst>
          </p:cNvPr>
          <p:cNvSpPr txBox="1"/>
          <p:nvPr/>
        </p:nvSpPr>
        <p:spPr>
          <a:xfrm>
            <a:off x="4768854" y="2347049"/>
            <a:ext cx="101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 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C726A3C-1B90-8D38-2B37-BC9D24E7A979}"/>
              </a:ext>
            </a:extLst>
          </p:cNvPr>
          <p:cNvSpPr txBox="1"/>
          <p:nvPr/>
        </p:nvSpPr>
        <p:spPr>
          <a:xfrm>
            <a:off x="7818427" y="305966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NL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F29BE5E-767F-8D5B-7867-85A0FFA8136D}"/>
              </a:ext>
            </a:extLst>
          </p:cNvPr>
          <p:cNvSpPr txBox="1"/>
          <p:nvPr/>
        </p:nvSpPr>
        <p:spPr>
          <a:xfrm rot="16200000">
            <a:off x="1451624" y="3080172"/>
            <a:ext cx="78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50B7DD4-1C94-E922-1FA2-396F419E2313}"/>
              </a:ext>
            </a:extLst>
          </p:cNvPr>
          <p:cNvSpPr txBox="1"/>
          <p:nvPr/>
        </p:nvSpPr>
        <p:spPr>
          <a:xfrm>
            <a:off x="4561907" y="3760661"/>
            <a:ext cx="1429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Chat History</a:t>
            </a:r>
            <a:endParaRPr lang="en-NL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9A494F6-1D95-3DDD-4384-3EB984D7535B}"/>
              </a:ext>
            </a:extLst>
          </p:cNvPr>
          <p:cNvSpPr txBox="1"/>
          <p:nvPr/>
        </p:nvSpPr>
        <p:spPr>
          <a:xfrm>
            <a:off x="4331074" y="3323890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 Information</a:t>
            </a:r>
            <a:endParaRPr lang="en-NL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FB7F0AC7-5F86-0555-55CB-9E609F17051E}"/>
              </a:ext>
            </a:extLst>
          </p:cNvPr>
          <p:cNvSpPr txBox="1"/>
          <p:nvPr/>
        </p:nvSpPr>
        <p:spPr>
          <a:xfrm rot="16200000">
            <a:off x="2133886" y="3080167"/>
            <a:ext cx="183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Role Information</a:t>
            </a:r>
            <a:endParaRPr lang="en-NL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43BA9B42-B97A-4A03-1601-CDFE9470E31D}"/>
              </a:ext>
            </a:extLst>
          </p:cNvPr>
          <p:cNvSpPr txBox="1"/>
          <p:nvPr/>
        </p:nvSpPr>
        <p:spPr>
          <a:xfrm>
            <a:off x="4581720" y="2862801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RAG chunks</a:t>
            </a:r>
            <a:endParaRPr lang="en-NL" dirty="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713086DE-AF2C-BC07-596F-03C2C2FBF20E}"/>
              </a:ext>
            </a:extLst>
          </p:cNvPr>
          <p:cNvCxnSpPr>
            <a:cxnSpLocks/>
          </p:cNvCxnSpPr>
          <p:nvPr/>
        </p:nvCxnSpPr>
        <p:spPr>
          <a:xfrm>
            <a:off x="2184740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7278133-D9A6-3BBD-063A-B9CF7A6EBF48}"/>
              </a:ext>
            </a:extLst>
          </p:cNvPr>
          <p:cNvCxnSpPr>
            <a:cxnSpLocks/>
          </p:cNvCxnSpPr>
          <p:nvPr/>
        </p:nvCxnSpPr>
        <p:spPr>
          <a:xfrm>
            <a:off x="2773884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AAE5F3C-C80D-251A-81A1-5B46B3804590}"/>
              </a:ext>
            </a:extLst>
          </p:cNvPr>
          <p:cNvCxnSpPr>
            <a:cxnSpLocks/>
          </p:cNvCxnSpPr>
          <p:nvPr/>
        </p:nvCxnSpPr>
        <p:spPr>
          <a:xfrm>
            <a:off x="3430534" y="220928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FFA8A62-4503-7943-EB19-ACDED3DEC19A}"/>
              </a:ext>
            </a:extLst>
          </p:cNvPr>
          <p:cNvCxnSpPr>
            <a:cxnSpLocks/>
          </p:cNvCxnSpPr>
          <p:nvPr/>
        </p:nvCxnSpPr>
        <p:spPr>
          <a:xfrm>
            <a:off x="7229283" y="2209280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20E9062-D781-18AC-2BB6-659529FC5522}"/>
              </a:ext>
            </a:extLst>
          </p:cNvPr>
          <p:cNvCxnSpPr>
            <a:cxnSpLocks/>
          </p:cNvCxnSpPr>
          <p:nvPr/>
        </p:nvCxnSpPr>
        <p:spPr>
          <a:xfrm>
            <a:off x="1457256" y="1663102"/>
            <a:ext cx="76384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96ED684-E5C9-30E5-ED44-44C8F75CAC4E}"/>
              </a:ext>
            </a:extLst>
          </p:cNvPr>
          <p:cNvSpPr txBox="1"/>
          <p:nvPr/>
        </p:nvSpPr>
        <p:spPr>
          <a:xfrm>
            <a:off x="1499453" y="1235751"/>
            <a:ext cx="763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Context Window</a:t>
            </a:r>
          </a:p>
        </p:txBody>
      </p:sp>
    </p:spTree>
    <p:extLst>
      <p:ext uri="{BB962C8B-B14F-4D97-AF65-F5344CB8AC3E}">
        <p14:creationId xmlns:p14="http://schemas.microsoft.com/office/powerpoint/2010/main" val="1469770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C3E8F-4735-3D37-A7A0-F8C23C3B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6AD4C536-91FF-BC42-83A1-E4CBD27FB52B}"/>
              </a:ext>
            </a:extLst>
          </p:cNvPr>
          <p:cNvSpPr/>
          <p:nvPr/>
        </p:nvSpPr>
        <p:spPr>
          <a:xfrm>
            <a:off x="1499452" y="2209289"/>
            <a:ext cx="7638410" cy="2111098"/>
          </a:xfrm>
          <a:prstGeom prst="roundRect">
            <a:avLst>
              <a:gd name="adj" fmla="val 460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728632A-14E3-FD80-B319-ADE5D21D48C4}"/>
              </a:ext>
            </a:extLst>
          </p:cNvPr>
          <p:cNvSpPr txBox="1"/>
          <p:nvPr/>
        </p:nvSpPr>
        <p:spPr>
          <a:xfrm rot="16200000">
            <a:off x="1763044" y="3040801"/>
            <a:ext cx="137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Instructions</a:t>
            </a:r>
            <a:endParaRPr lang="en-NL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E14F842-8810-E8B1-5CBE-2C2CF392EDD1}"/>
              </a:ext>
            </a:extLst>
          </p:cNvPr>
          <p:cNvSpPr txBox="1"/>
          <p:nvPr/>
        </p:nvSpPr>
        <p:spPr>
          <a:xfrm>
            <a:off x="4852503" y="2941663"/>
            <a:ext cx="1018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</a:t>
            </a:r>
          </a:p>
          <a:p>
            <a:r>
              <a:rPr lang="en-US" dirty="0"/>
              <a:t>Dataset 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A77AC21-06AB-B57D-0FB2-01643E3B7844}"/>
              </a:ext>
            </a:extLst>
          </p:cNvPr>
          <p:cNvSpPr txBox="1"/>
          <p:nvPr/>
        </p:nvSpPr>
        <p:spPr>
          <a:xfrm>
            <a:off x="7818427" y="305966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NL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92F7D65-3534-C207-2AED-C5107283649F}"/>
              </a:ext>
            </a:extLst>
          </p:cNvPr>
          <p:cNvSpPr txBox="1"/>
          <p:nvPr/>
        </p:nvSpPr>
        <p:spPr>
          <a:xfrm rot="16200000">
            <a:off x="1451624" y="3080172"/>
            <a:ext cx="78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B85831A2-9AB8-487E-0C24-E4D80DD317B7}"/>
              </a:ext>
            </a:extLst>
          </p:cNvPr>
          <p:cNvSpPr txBox="1"/>
          <p:nvPr/>
        </p:nvSpPr>
        <p:spPr>
          <a:xfrm rot="16200000">
            <a:off x="2071371" y="2941668"/>
            <a:ext cx="19606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Role Information/ </a:t>
            </a:r>
          </a:p>
          <a:p>
            <a:pPr algn="ctr"/>
            <a:r>
              <a:rPr lang="en-US" dirty="0"/>
              <a:t>System</a:t>
            </a:r>
            <a:endParaRPr lang="en-NL" dirty="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57E8594F-CA69-4CBA-9229-7E26483BCD93}"/>
              </a:ext>
            </a:extLst>
          </p:cNvPr>
          <p:cNvCxnSpPr>
            <a:cxnSpLocks/>
          </p:cNvCxnSpPr>
          <p:nvPr/>
        </p:nvCxnSpPr>
        <p:spPr>
          <a:xfrm>
            <a:off x="2184740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DAF17BC-B428-CC71-4E1C-21E9D66A2D44}"/>
              </a:ext>
            </a:extLst>
          </p:cNvPr>
          <p:cNvCxnSpPr>
            <a:cxnSpLocks/>
          </p:cNvCxnSpPr>
          <p:nvPr/>
        </p:nvCxnSpPr>
        <p:spPr>
          <a:xfrm>
            <a:off x="2773884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1E2ABFB5-7CA5-C712-88D3-8455D592612F}"/>
              </a:ext>
            </a:extLst>
          </p:cNvPr>
          <p:cNvCxnSpPr>
            <a:cxnSpLocks/>
          </p:cNvCxnSpPr>
          <p:nvPr/>
        </p:nvCxnSpPr>
        <p:spPr>
          <a:xfrm>
            <a:off x="3430534" y="220928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A6AE112-C164-3FCE-3B9E-75170398004B}"/>
              </a:ext>
            </a:extLst>
          </p:cNvPr>
          <p:cNvCxnSpPr>
            <a:cxnSpLocks/>
          </p:cNvCxnSpPr>
          <p:nvPr/>
        </p:nvCxnSpPr>
        <p:spPr>
          <a:xfrm>
            <a:off x="7229283" y="2209280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2B8E92-37DD-2D77-DF0D-C899A4DBE8DD}"/>
              </a:ext>
            </a:extLst>
          </p:cNvPr>
          <p:cNvCxnSpPr>
            <a:cxnSpLocks/>
          </p:cNvCxnSpPr>
          <p:nvPr/>
        </p:nvCxnSpPr>
        <p:spPr>
          <a:xfrm>
            <a:off x="1457256" y="1663102"/>
            <a:ext cx="76384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EE69B63-EE36-22C2-C47F-6D3283CBD7DA}"/>
              </a:ext>
            </a:extLst>
          </p:cNvPr>
          <p:cNvSpPr txBox="1"/>
          <p:nvPr/>
        </p:nvSpPr>
        <p:spPr>
          <a:xfrm>
            <a:off x="1499453" y="1235751"/>
            <a:ext cx="763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Context Window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D68AFEE-AE4D-56B0-87D8-8D75B859B67D}"/>
              </a:ext>
            </a:extLst>
          </p:cNvPr>
          <p:cNvCxnSpPr>
            <a:cxnSpLocks/>
          </p:cNvCxnSpPr>
          <p:nvPr/>
        </p:nvCxnSpPr>
        <p:spPr>
          <a:xfrm>
            <a:off x="4001267" y="220927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84CA35B-1034-06B2-1940-414024F765BE}"/>
              </a:ext>
            </a:extLst>
          </p:cNvPr>
          <p:cNvSpPr txBox="1"/>
          <p:nvPr/>
        </p:nvSpPr>
        <p:spPr>
          <a:xfrm rot="16200000">
            <a:off x="2767419" y="3080162"/>
            <a:ext cx="188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format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2852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46AF6-C29C-DC6F-4096-C7F1EE521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072D6FE-EB94-5C02-74B3-919C7AC61D07}"/>
              </a:ext>
            </a:extLst>
          </p:cNvPr>
          <p:cNvSpPr/>
          <p:nvPr/>
        </p:nvSpPr>
        <p:spPr>
          <a:xfrm>
            <a:off x="2319099" y="3763231"/>
            <a:ext cx="7638410" cy="2111098"/>
          </a:xfrm>
          <a:prstGeom prst="roundRect">
            <a:avLst>
              <a:gd name="adj" fmla="val 4602"/>
            </a:avLst>
          </a:prstGeom>
          <a:solidFill>
            <a:srgbClr val="ECEB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FE1EEF2-9243-4DB8-A116-E8C72BCCEEA2}"/>
              </a:ext>
            </a:extLst>
          </p:cNvPr>
          <p:cNvCxnSpPr>
            <a:cxnSpLocks/>
          </p:cNvCxnSpPr>
          <p:nvPr/>
        </p:nvCxnSpPr>
        <p:spPr>
          <a:xfrm>
            <a:off x="2319099" y="6235019"/>
            <a:ext cx="76384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1DB731C-6DFD-246E-F021-3166A63C95A2}"/>
              </a:ext>
            </a:extLst>
          </p:cNvPr>
          <p:cNvSpPr txBox="1"/>
          <p:nvPr/>
        </p:nvSpPr>
        <p:spPr>
          <a:xfrm>
            <a:off x="2319099" y="6276133"/>
            <a:ext cx="763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Context Window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681D0C-DEDD-C47F-2CF2-BAB6424204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10" r="3499" b="29010"/>
          <a:stretch>
            <a:fillRect/>
          </a:stretch>
        </p:blipFill>
        <p:spPr>
          <a:xfrm>
            <a:off x="2381694" y="385096"/>
            <a:ext cx="7491203" cy="372369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888649D-97BD-BBF6-5D95-4FB95CF54769}"/>
              </a:ext>
            </a:extLst>
          </p:cNvPr>
          <p:cNvSpPr txBox="1"/>
          <p:nvPr/>
        </p:nvSpPr>
        <p:spPr>
          <a:xfrm rot="16200000">
            <a:off x="2582691" y="4594743"/>
            <a:ext cx="137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Instructions</a:t>
            </a:r>
            <a:endParaRPr lang="en-NL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47DEA0-96F7-59E3-84CE-AB753F6FB0CA}"/>
              </a:ext>
            </a:extLst>
          </p:cNvPr>
          <p:cNvSpPr txBox="1"/>
          <p:nvPr/>
        </p:nvSpPr>
        <p:spPr>
          <a:xfrm>
            <a:off x="5672150" y="4495605"/>
            <a:ext cx="1018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</a:t>
            </a:r>
          </a:p>
          <a:p>
            <a:r>
              <a:rPr lang="en-US" dirty="0"/>
              <a:t>Dataset 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151390-EC0E-78DF-CEF8-EEEB7493FBFD}"/>
              </a:ext>
            </a:extLst>
          </p:cNvPr>
          <p:cNvSpPr txBox="1"/>
          <p:nvPr/>
        </p:nvSpPr>
        <p:spPr>
          <a:xfrm>
            <a:off x="8638074" y="461361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N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5DC4A2-2860-0A91-D0C5-38F5DEAAD3C7}"/>
              </a:ext>
            </a:extLst>
          </p:cNvPr>
          <p:cNvSpPr txBox="1"/>
          <p:nvPr/>
        </p:nvSpPr>
        <p:spPr>
          <a:xfrm rot="16200000">
            <a:off x="2271271" y="4634114"/>
            <a:ext cx="78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71E483-57E2-7894-BB60-8F7D68566B4F}"/>
              </a:ext>
            </a:extLst>
          </p:cNvPr>
          <p:cNvSpPr txBox="1"/>
          <p:nvPr/>
        </p:nvSpPr>
        <p:spPr>
          <a:xfrm rot="16200000">
            <a:off x="2891018" y="4495610"/>
            <a:ext cx="19606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Role Information/ </a:t>
            </a:r>
          </a:p>
          <a:p>
            <a:pPr algn="ctr"/>
            <a:r>
              <a:rPr lang="en-US" dirty="0"/>
              <a:t>System</a:t>
            </a:r>
            <a:endParaRPr lang="en-NL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AFB164-EB54-1867-ECDA-18F4B00C6CFF}"/>
              </a:ext>
            </a:extLst>
          </p:cNvPr>
          <p:cNvCxnSpPr>
            <a:cxnSpLocks/>
          </p:cNvCxnSpPr>
          <p:nvPr/>
        </p:nvCxnSpPr>
        <p:spPr>
          <a:xfrm>
            <a:off x="3004387" y="376323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B1A026-2B05-BD8F-0F4C-7A226C97AED1}"/>
              </a:ext>
            </a:extLst>
          </p:cNvPr>
          <p:cNvCxnSpPr>
            <a:cxnSpLocks/>
          </p:cNvCxnSpPr>
          <p:nvPr/>
        </p:nvCxnSpPr>
        <p:spPr>
          <a:xfrm>
            <a:off x="3593531" y="376323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9493EF3-C888-A82E-5349-380B012838B0}"/>
              </a:ext>
            </a:extLst>
          </p:cNvPr>
          <p:cNvCxnSpPr>
            <a:cxnSpLocks/>
          </p:cNvCxnSpPr>
          <p:nvPr/>
        </p:nvCxnSpPr>
        <p:spPr>
          <a:xfrm>
            <a:off x="4250181" y="3763223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41BC3FF-4C16-F0FA-74DB-2A63320167DA}"/>
              </a:ext>
            </a:extLst>
          </p:cNvPr>
          <p:cNvCxnSpPr>
            <a:cxnSpLocks/>
          </p:cNvCxnSpPr>
          <p:nvPr/>
        </p:nvCxnSpPr>
        <p:spPr>
          <a:xfrm>
            <a:off x="8048930" y="3763222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116E7F-2019-4419-F5DE-F163A0B99292}"/>
              </a:ext>
            </a:extLst>
          </p:cNvPr>
          <p:cNvCxnSpPr>
            <a:cxnSpLocks/>
          </p:cNvCxnSpPr>
          <p:nvPr/>
        </p:nvCxnSpPr>
        <p:spPr>
          <a:xfrm>
            <a:off x="4820914" y="376322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B59995F-101F-9D07-AA46-A47833E42147}"/>
              </a:ext>
            </a:extLst>
          </p:cNvPr>
          <p:cNvSpPr txBox="1"/>
          <p:nvPr/>
        </p:nvSpPr>
        <p:spPr>
          <a:xfrm rot="16200000">
            <a:off x="3587066" y="4634104"/>
            <a:ext cx="188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format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430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6DB9-ED1F-03D4-1551-C3BD1C9F6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BA90FB5D-114B-AD18-5AF2-834064A05926}"/>
              </a:ext>
            </a:extLst>
          </p:cNvPr>
          <p:cNvSpPr/>
          <p:nvPr/>
        </p:nvSpPr>
        <p:spPr>
          <a:xfrm>
            <a:off x="8072453" y="1613708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08A4446-AE2C-4693-B5D9-61ED436CE29D}"/>
              </a:ext>
            </a:extLst>
          </p:cNvPr>
          <p:cNvSpPr/>
          <p:nvPr/>
        </p:nvSpPr>
        <p:spPr>
          <a:xfrm>
            <a:off x="6695875" y="1622931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5376BED-FCC0-E187-26F1-3D5FCEBD0988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F0F0A72D-CDB2-A2AF-22D1-CA1B12E0E6D3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25E162E-FF8C-BE5F-1D69-A9B1E2B149D9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D12418E-3B57-4064-FDD9-7B2676ADC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7B9D590-4297-D3B3-4725-CC27B170747E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6014D5C-E7CC-23B3-7159-E25D96B7FF1B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CDA20647-EBFD-7BA9-B136-A0B3417FF43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5729828-3316-92D4-A156-863B969A5581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01B8950E-4CD3-F7E3-D490-14F21152416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F290710-EDCE-36EE-78C7-28280199C1D7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E7AD2A9-25CD-ED43-A758-859C4D11DC59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2C2D395-10EA-9F02-7E19-A1960A9FE2BA}"/>
              </a:ext>
            </a:extLst>
          </p:cNvPr>
          <p:cNvGrpSpPr/>
          <p:nvPr/>
        </p:nvGrpSpPr>
        <p:grpSpPr>
          <a:xfrm>
            <a:off x="2332745" y="179645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585E82E-CC70-01E8-4431-8AF710F944B9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AECC3057-6FAA-CFE7-BC06-D8258F387046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909CF05-7B4D-FE14-93BB-53440D7DD1A4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6DEE4EB-EAB6-CC00-A02C-C7E8EF298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8804CAC9-E884-BFEB-C1E0-0C835D34395C}"/>
              </a:ext>
            </a:extLst>
          </p:cNvPr>
          <p:cNvGrpSpPr/>
          <p:nvPr/>
        </p:nvGrpSpPr>
        <p:grpSpPr>
          <a:xfrm>
            <a:off x="4101700" y="179645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89DCE4E-59E5-4435-87D4-ED106F18932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03D32EAA-1D05-F28E-706F-F1BDCE44BA88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27736BB-B887-F0E3-C65E-E93BB973029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2E8CCD-D6E7-F9B7-5D6E-FA27AA367A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F878F9B2-BB9E-D786-B1BD-84C09E0B0FE9}"/>
              </a:ext>
            </a:extLst>
          </p:cNvPr>
          <p:cNvCxnSpPr>
            <a:cxnSpLocks/>
          </p:cNvCxnSpPr>
          <p:nvPr/>
        </p:nvCxnSpPr>
        <p:spPr>
          <a:xfrm>
            <a:off x="3813976" y="205028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E313AB34-4957-2CD7-D8A4-F3DA6D771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6892669" y="1655904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187DCF8-B1A4-8244-0154-B3926648FBB8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10697C5-FB82-1433-9A40-D1E19BE77119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79E1F4A-A2ED-4EAF-CD3F-4ACF1F0248A6}"/>
              </a:ext>
            </a:extLst>
          </p:cNvPr>
          <p:cNvSpPr txBox="1"/>
          <p:nvPr/>
        </p:nvSpPr>
        <p:spPr>
          <a:xfrm>
            <a:off x="5515219" y="2058944"/>
            <a:ext cx="11737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DBA5F7D-75F9-6728-6F91-3EE504C2E198}"/>
              </a:ext>
            </a:extLst>
          </p:cNvPr>
          <p:cNvSpPr txBox="1"/>
          <p:nvPr/>
        </p:nvSpPr>
        <p:spPr>
          <a:xfrm>
            <a:off x="6716195" y="2171005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CE49DEBF-3447-5785-256F-A4398B19FF1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30516" y="1787012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B2175D5E-6457-DC11-09D0-6D87A687570D}"/>
              </a:ext>
            </a:extLst>
          </p:cNvPr>
          <p:cNvSpPr txBox="1"/>
          <p:nvPr/>
        </p:nvSpPr>
        <p:spPr>
          <a:xfrm>
            <a:off x="7495143" y="2193969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0C16F991-F0C3-BBD3-1E66-D914CC5F08B1}"/>
              </a:ext>
            </a:extLst>
          </p:cNvPr>
          <p:cNvCxnSpPr>
            <a:cxnSpLocks/>
          </p:cNvCxnSpPr>
          <p:nvPr/>
        </p:nvCxnSpPr>
        <p:spPr>
          <a:xfrm>
            <a:off x="5762383" y="202538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520B2BA1-C02E-F9C8-3806-CDC26A0E3EDF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8302BAB5-6BF2-CAB6-9208-108077FC3301}"/>
              </a:ext>
            </a:extLst>
          </p:cNvPr>
          <p:cNvCxnSpPr>
            <a:cxnSpLocks/>
          </p:cNvCxnSpPr>
          <p:nvPr/>
        </p:nvCxnSpPr>
        <p:spPr>
          <a:xfrm>
            <a:off x="7581917" y="2019886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CF3E5549-9107-7162-FA1B-358B058BD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1022" y="1503097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6CC59F-23AF-5408-2516-B095701E8A87}"/>
              </a:ext>
            </a:extLst>
          </p:cNvPr>
          <p:cNvSpPr txBox="1"/>
          <p:nvPr/>
        </p:nvSpPr>
        <p:spPr>
          <a:xfrm>
            <a:off x="6050917" y="1493781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97431-CBDD-8494-C420-D7B7F2BC0CC2}"/>
              </a:ext>
            </a:extLst>
          </p:cNvPr>
          <p:cNvSpPr txBox="1"/>
          <p:nvPr/>
        </p:nvSpPr>
        <p:spPr>
          <a:xfrm rot="3268670">
            <a:off x="6235153" y="1277547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36EA6-A969-2A33-268D-2424841354D9}"/>
              </a:ext>
            </a:extLst>
          </p:cNvPr>
          <p:cNvSpPr txBox="1"/>
          <p:nvPr/>
        </p:nvSpPr>
        <p:spPr>
          <a:xfrm rot="5400000">
            <a:off x="6482438" y="1230037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A365B7-FDAB-2C93-8854-AA6EBCC3580F}"/>
              </a:ext>
            </a:extLst>
          </p:cNvPr>
          <p:cNvSpPr txBox="1"/>
          <p:nvPr/>
        </p:nvSpPr>
        <p:spPr>
          <a:xfrm>
            <a:off x="4858092" y="2326253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9B68C-F606-D3F6-3B23-AD2257F37A9E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3B020A-F1C5-B485-674D-6BB2350A0ACB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CB2DA-5DFD-A844-8195-41461E61E6C7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FFEFFD-9328-1628-436A-0813ED5E8220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98F50DC-19D7-A893-F525-A52B0C4880E2}"/>
              </a:ext>
            </a:extLst>
          </p:cNvPr>
          <p:cNvSpPr txBox="1"/>
          <p:nvPr/>
        </p:nvSpPr>
        <p:spPr>
          <a:xfrm>
            <a:off x="32247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30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8E92-3193-985C-93EC-29096506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6EED06E3-F669-E68E-8D36-628752AA82F4}"/>
              </a:ext>
            </a:extLst>
          </p:cNvPr>
          <p:cNvSpPr/>
          <p:nvPr/>
        </p:nvSpPr>
        <p:spPr>
          <a:xfrm>
            <a:off x="8638975" y="3333483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AE1A3A7-0A8F-1615-E9C9-FF80E5E59FA0}"/>
              </a:ext>
            </a:extLst>
          </p:cNvPr>
          <p:cNvSpPr/>
          <p:nvPr/>
        </p:nvSpPr>
        <p:spPr>
          <a:xfrm>
            <a:off x="7262397" y="3342706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21A6808-11DA-EC93-523E-C18381F64E31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EC957231-C7DA-FA59-123E-9A36EBE3091F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42E093-637F-7780-60B0-A1F595C0813C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9FA0ACA4-E2E6-D4B9-C22B-A9BC29495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FC4707D-1EFF-DA5E-0038-75C48F8EE76D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00EA5D2-CF9A-0D1F-661D-B672A9478915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8AE69189-C04F-FF8C-D82E-F65DF0A76C8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C10BB855-A6EB-28A0-B546-7DD8F4B1EDB2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31E8E5B7-6A9F-6938-EE7D-5D4E5CD9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6C8661-897B-471F-E988-91894658CAA5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CE54518-B377-8A35-D03B-CE84BDF0DEAB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8D7A5C8C-2A14-8B04-9AB6-9980DCB93678}"/>
              </a:ext>
            </a:extLst>
          </p:cNvPr>
          <p:cNvGrpSpPr/>
          <p:nvPr/>
        </p:nvGrpSpPr>
        <p:grpSpPr>
          <a:xfrm>
            <a:off x="2332745" y="175073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7BAD432-6208-5654-99E2-5E4F6C915AAD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635D43EE-0893-7FFE-BAC0-D604C739484C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EA0036D-15B9-1F68-1B3B-B8BA52B8F618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AF1D8969-9913-6A1C-1A53-95B000F0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78462A9-3ADD-7EFB-4B36-D40500F3A66A}"/>
              </a:ext>
            </a:extLst>
          </p:cNvPr>
          <p:cNvGrpSpPr/>
          <p:nvPr/>
        </p:nvGrpSpPr>
        <p:grpSpPr>
          <a:xfrm>
            <a:off x="4101700" y="175073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FF5A7DF-3104-52BC-232C-3DF1D5BF46C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4A91FCFF-24A9-9228-2F97-C66A1150319A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77699EB-8325-9A0C-1210-9338F10EC5E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19A0AFE-2FF1-7C78-F36A-A2DD605502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9B24A86-3A46-E0F3-E67B-C5F023A689D1}"/>
              </a:ext>
            </a:extLst>
          </p:cNvPr>
          <p:cNvCxnSpPr>
            <a:cxnSpLocks/>
          </p:cNvCxnSpPr>
          <p:nvPr/>
        </p:nvCxnSpPr>
        <p:spPr>
          <a:xfrm>
            <a:off x="3813976" y="200456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C52723BB-8E1E-6DAA-D4A0-039B69F639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459191" y="3375679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A22536ED-2414-DBEE-C320-EC85C5FB322F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776B5A58-DD08-1FD3-2324-C164148D8456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404355-1948-2A5D-ABDB-02C0AD1983F8}"/>
              </a:ext>
            </a:extLst>
          </p:cNvPr>
          <p:cNvSpPr txBox="1"/>
          <p:nvPr/>
        </p:nvSpPr>
        <p:spPr>
          <a:xfrm>
            <a:off x="5515219" y="2206264"/>
            <a:ext cx="11737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(Probability based)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010850C-0FFF-89C2-F5DE-2832DFCF7279}"/>
              </a:ext>
            </a:extLst>
          </p:cNvPr>
          <p:cNvSpPr txBox="1"/>
          <p:nvPr/>
        </p:nvSpPr>
        <p:spPr>
          <a:xfrm>
            <a:off x="7282717" y="3890780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2B80A4E-5169-D329-98E5-5B6560F338B5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9DFC74BE-559C-726D-6A7E-D909A174E529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97038" y="3506787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0E768CC7-C353-4018-A00C-C2A47BC8F51A}"/>
              </a:ext>
            </a:extLst>
          </p:cNvPr>
          <p:cNvSpPr txBox="1"/>
          <p:nvPr/>
        </p:nvSpPr>
        <p:spPr>
          <a:xfrm>
            <a:off x="8061665" y="3913744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370804C-F964-1F0A-738A-67F28147E369}"/>
              </a:ext>
            </a:extLst>
          </p:cNvPr>
          <p:cNvCxnSpPr>
            <a:cxnSpLocks/>
          </p:cNvCxnSpPr>
          <p:nvPr/>
        </p:nvCxnSpPr>
        <p:spPr>
          <a:xfrm>
            <a:off x="5762383" y="217270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57D6CA3E-D8EA-8E6B-8A51-E16F8A2E12F1}"/>
              </a:ext>
            </a:extLst>
          </p:cNvPr>
          <p:cNvSpPr txBox="1"/>
          <p:nvPr/>
        </p:nvSpPr>
        <p:spPr>
          <a:xfrm>
            <a:off x="33263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D26B998-C9B3-E57D-F624-4C5EB2CC85B8}"/>
              </a:ext>
            </a:extLst>
          </p:cNvPr>
          <p:cNvCxnSpPr>
            <a:cxnSpLocks/>
          </p:cNvCxnSpPr>
          <p:nvPr/>
        </p:nvCxnSpPr>
        <p:spPr>
          <a:xfrm>
            <a:off x="8148439" y="3739661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EB7C8752-EE3A-16FF-F37C-8041283E0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7544" y="3222872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567C9B-E91E-D78B-328B-2EF2800598FD}"/>
              </a:ext>
            </a:extLst>
          </p:cNvPr>
          <p:cNvSpPr txBox="1"/>
          <p:nvPr/>
        </p:nvSpPr>
        <p:spPr>
          <a:xfrm>
            <a:off x="6617439" y="3213556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9A620-1C1D-81C9-42ED-2FA64AEA82FD}"/>
              </a:ext>
            </a:extLst>
          </p:cNvPr>
          <p:cNvSpPr txBox="1"/>
          <p:nvPr/>
        </p:nvSpPr>
        <p:spPr>
          <a:xfrm rot="3268670">
            <a:off x="6801675" y="2997322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CC2A82-E600-DC1D-AF25-3AE27599D920}"/>
              </a:ext>
            </a:extLst>
          </p:cNvPr>
          <p:cNvSpPr txBox="1"/>
          <p:nvPr/>
        </p:nvSpPr>
        <p:spPr>
          <a:xfrm rot="5400000">
            <a:off x="7048960" y="2949812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61B131-98D0-4199-E545-0CE24FBA4E22}"/>
              </a:ext>
            </a:extLst>
          </p:cNvPr>
          <p:cNvSpPr/>
          <p:nvPr/>
        </p:nvSpPr>
        <p:spPr>
          <a:xfrm>
            <a:off x="6702102" y="1579114"/>
            <a:ext cx="2761937" cy="983351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193DF5-1DFD-8745-E6D1-4F1C4742C9F4}"/>
              </a:ext>
            </a:extLst>
          </p:cNvPr>
          <p:cNvSpPr/>
          <p:nvPr/>
        </p:nvSpPr>
        <p:spPr>
          <a:xfrm>
            <a:off x="6782080" y="1767530"/>
            <a:ext cx="1229526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1E4C87-1399-B7C0-F468-6A697C4634D4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57298" y="1851960"/>
            <a:ext cx="366849" cy="4044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8B1B04-21A2-E5E7-F44C-2FAB1E50A70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357"/>
          <a:stretch>
            <a:fillRect/>
          </a:stretch>
        </p:blipFill>
        <p:spPr>
          <a:xfrm>
            <a:off x="5715075" y="1604098"/>
            <a:ext cx="665389" cy="49748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C1A2E8-46D2-AD13-8B1E-6CF32D3923F3}"/>
              </a:ext>
            </a:extLst>
          </p:cNvPr>
          <p:cNvCxnSpPr/>
          <p:nvPr/>
        </p:nvCxnSpPr>
        <p:spPr>
          <a:xfrm>
            <a:off x="7700780" y="2684787"/>
            <a:ext cx="0" cy="50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9FB0AA-6081-698F-724A-CD36EA7E9567}"/>
              </a:ext>
            </a:extLst>
          </p:cNvPr>
          <p:cNvSpPr txBox="1"/>
          <p:nvPr/>
        </p:nvSpPr>
        <p:spPr>
          <a:xfrm>
            <a:off x="6716573" y="2346835"/>
            <a:ext cx="18309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(Chunk-wise, </a:t>
            </a: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Global-reasoning)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2B9D5F-2FE3-0B72-0315-A748D66A15AC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01227" y="2639445"/>
            <a:ext cx="694423" cy="61189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D6928D0-9A3C-6A03-1A29-184B8B14CDE4}"/>
              </a:ext>
            </a:extLst>
          </p:cNvPr>
          <p:cNvSpPr txBox="1"/>
          <p:nvPr/>
        </p:nvSpPr>
        <p:spPr>
          <a:xfrm>
            <a:off x="8408366" y="2753514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Optimize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Prompt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13479D-2299-D407-7C53-5EE547DB3516}"/>
              </a:ext>
            </a:extLst>
          </p:cNvPr>
          <p:cNvSpPr txBox="1"/>
          <p:nvPr/>
        </p:nvSpPr>
        <p:spPr>
          <a:xfrm>
            <a:off x="6922658" y="1320984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F594C-EAE7-6DD2-B0E7-1BD9F423F477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ED608C-9339-3BFC-8527-B59B41435D47}"/>
              </a:ext>
            </a:extLst>
          </p:cNvPr>
          <p:cNvSpPr txBox="1"/>
          <p:nvPr/>
        </p:nvSpPr>
        <p:spPr>
          <a:xfrm>
            <a:off x="4828728" y="2327797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F6FC9B-F2D7-D82F-5A6A-89CF8CA31F22}"/>
              </a:ext>
            </a:extLst>
          </p:cNvPr>
          <p:cNvSpPr txBox="1"/>
          <p:nvPr/>
        </p:nvSpPr>
        <p:spPr>
          <a:xfrm>
            <a:off x="7147215" y="1858725"/>
            <a:ext cx="6294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Chunk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analyzer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C04E34-9FD3-23A7-FAD0-3BF87FA7EFCA}"/>
              </a:ext>
            </a:extLst>
          </p:cNvPr>
          <p:cNvSpPr/>
          <p:nvPr/>
        </p:nvSpPr>
        <p:spPr>
          <a:xfrm>
            <a:off x="8306519" y="1775243"/>
            <a:ext cx="1071909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6" name="Picture 2" descr="Bot (informática) - EcuRed">
            <a:extLst>
              <a:ext uri="{FF2B5EF4-FFF2-40B4-BE49-F238E27FC236}">
                <a16:creationId xmlns:a16="http://schemas.microsoft.com/office/drawing/2014/main" id="{58BCF4CF-4670-CC1D-DED0-2FFB0BA22C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690433" y="1873277"/>
            <a:ext cx="269049" cy="33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Bot (informática) - EcuRed">
            <a:extLst>
              <a:ext uri="{FF2B5EF4-FFF2-40B4-BE49-F238E27FC236}">
                <a16:creationId xmlns:a16="http://schemas.microsoft.com/office/drawing/2014/main" id="{4CED5A46-5A8B-5A74-6B63-D59D2E57D1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396178" y="1838111"/>
            <a:ext cx="283775" cy="357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16CF55-B61A-F81D-2A4F-5B5C8DA084C0}"/>
              </a:ext>
            </a:extLst>
          </p:cNvPr>
          <p:cNvSpPr txBox="1"/>
          <p:nvPr/>
        </p:nvSpPr>
        <p:spPr>
          <a:xfrm>
            <a:off x="8693417" y="1808731"/>
            <a:ext cx="750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Smart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Creation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256F55E-3CF0-29B2-7147-E8675F9D2C3C}"/>
              </a:ext>
            </a:extLst>
          </p:cNvPr>
          <p:cNvCxnSpPr>
            <a:cxnSpLocks/>
          </p:cNvCxnSpPr>
          <p:nvPr/>
        </p:nvCxnSpPr>
        <p:spPr>
          <a:xfrm>
            <a:off x="8047165" y="2074145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4BD7B1-AC3B-C5D0-B669-269A20AD6C72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F72F5-A1F3-61E0-E270-6DF4FEA9C843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11B65-7D0D-56E3-FA4B-FEE45CDCF351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320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AAAE-948B-697F-3DE9-4D51D28F0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58840E08-2444-C545-ABFE-F1198A9D9204}"/>
              </a:ext>
            </a:extLst>
          </p:cNvPr>
          <p:cNvSpPr/>
          <p:nvPr/>
        </p:nvSpPr>
        <p:spPr>
          <a:xfrm>
            <a:off x="7023535" y="3333483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7284B7F-74B3-C07A-A47C-5576E441D90E}"/>
              </a:ext>
            </a:extLst>
          </p:cNvPr>
          <p:cNvSpPr/>
          <p:nvPr/>
        </p:nvSpPr>
        <p:spPr>
          <a:xfrm>
            <a:off x="5646957" y="3342706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FA73960-A823-9D36-5A0F-58D530C16498}"/>
              </a:ext>
            </a:extLst>
          </p:cNvPr>
          <p:cNvGrpSpPr/>
          <p:nvPr/>
        </p:nvGrpSpPr>
        <p:grpSpPr>
          <a:xfrm>
            <a:off x="1986266" y="3118647"/>
            <a:ext cx="2211423" cy="1242027"/>
            <a:chOff x="2269137" y="4929447"/>
            <a:chExt cx="2211423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A94A7FA4-7198-2B7D-D285-51ACDF9FC726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3D8B686-9B69-7335-BE66-986BFE348E30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5EA8912-E7D9-21D5-9A82-60EBF667D82C}"/>
                </a:ext>
              </a:extLst>
            </p:cNvPr>
            <p:cNvSpPr txBox="1"/>
            <p:nvPr/>
          </p:nvSpPr>
          <p:spPr>
            <a:xfrm>
              <a:off x="2787015" y="5262879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2CD4A441-3FAE-4676-583D-4F2D48522C99}"/>
                </a:ext>
              </a:extLst>
            </p:cNvPr>
            <p:cNvSpPr/>
            <p:nvPr/>
          </p:nvSpPr>
          <p:spPr>
            <a:xfrm>
              <a:off x="2269137" y="5464428"/>
              <a:ext cx="293409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70AB30-1F51-FACE-8DA1-3640E278B04B}"/>
                </a:ext>
              </a:extLst>
            </p:cNvPr>
            <p:cNvSpPr/>
            <p:nvPr/>
          </p:nvSpPr>
          <p:spPr>
            <a:xfrm>
              <a:off x="2686020" y="4929447"/>
              <a:ext cx="17945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5BBEF78F-E7EA-F270-FBE4-62777441581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BD1CE13-781E-90D1-4D30-DAB668CE82F4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570DF7C-8A62-C81A-43B3-4DFD59F2EB4D}"/>
              </a:ext>
            </a:extLst>
          </p:cNvPr>
          <p:cNvGrpSpPr/>
          <p:nvPr/>
        </p:nvGrpSpPr>
        <p:grpSpPr>
          <a:xfrm>
            <a:off x="2419147" y="1748558"/>
            <a:ext cx="1862635" cy="584775"/>
            <a:chOff x="2961190" y="3065338"/>
            <a:chExt cx="1862635" cy="584775"/>
          </a:xfrm>
        </p:grpSpPr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7C39A6FF-D997-AF5F-F5CD-D5096C6C845F}"/>
                </a:ext>
              </a:extLst>
            </p:cNvPr>
            <p:cNvSpPr/>
            <p:nvPr/>
          </p:nvSpPr>
          <p:spPr>
            <a:xfrm>
              <a:off x="3010964" y="3067514"/>
              <a:ext cx="1812861" cy="54863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E0F777C-C89C-F41A-DFA9-9060AD5A2B3D}"/>
                </a:ext>
              </a:extLst>
            </p:cNvPr>
            <p:cNvSpPr txBox="1"/>
            <p:nvPr/>
          </p:nvSpPr>
          <p:spPr>
            <a:xfrm>
              <a:off x="2961190" y="3065338"/>
              <a:ext cx="164703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Retrieve last N summaries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- Add current chunk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Add Instructions + Query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- Send Prompt to LLM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BE059F2-1350-E65E-EA76-162F7D1512F8}"/>
              </a:ext>
            </a:extLst>
          </p:cNvPr>
          <p:cNvGrpSpPr/>
          <p:nvPr/>
        </p:nvGrpSpPr>
        <p:grpSpPr>
          <a:xfrm>
            <a:off x="4477965" y="1750734"/>
            <a:ext cx="1040927" cy="548639"/>
            <a:chOff x="3160592" y="3067514"/>
            <a:chExt cx="1297881" cy="548639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BF6A94C0-1457-5884-E621-A61C8C7D2DC8}"/>
                </a:ext>
              </a:extLst>
            </p:cNvPr>
            <p:cNvSpPr/>
            <p:nvPr/>
          </p:nvSpPr>
          <p:spPr>
            <a:xfrm>
              <a:off x="3195952" y="3067514"/>
              <a:ext cx="1109383" cy="54863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7FA9D7D-D8FF-582F-377C-9879BCDCA71E}"/>
                </a:ext>
              </a:extLst>
            </p:cNvPr>
            <p:cNvSpPr txBox="1"/>
            <p:nvPr/>
          </p:nvSpPr>
          <p:spPr>
            <a:xfrm>
              <a:off x="3160592" y="3163175"/>
              <a:ext cx="12978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Append partial result to list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38E5DCFD-FE47-A683-79A5-08298210F1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5843751" y="3375679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8" name="Rectangle 137">
            <a:extLst>
              <a:ext uri="{FF2B5EF4-FFF2-40B4-BE49-F238E27FC236}">
                <a16:creationId xmlns:a16="http://schemas.microsoft.com/office/drawing/2014/main" id="{9FCAF378-10F3-3756-067E-FA20E0EEB8AC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DB36235-9051-F190-A5BC-FAFBC153D022}"/>
              </a:ext>
            </a:extLst>
          </p:cNvPr>
          <p:cNvSpPr txBox="1"/>
          <p:nvPr/>
        </p:nvSpPr>
        <p:spPr>
          <a:xfrm>
            <a:off x="5667277" y="3890780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3522D56-DCCA-EECB-7C09-2BB28B3A496C}"/>
              </a:ext>
            </a:extLst>
          </p:cNvPr>
          <p:cNvCxnSpPr>
            <a:cxnSpLocks/>
          </p:cNvCxnSpPr>
          <p:nvPr/>
        </p:nvCxnSpPr>
        <p:spPr>
          <a:xfrm>
            <a:off x="4298963" y="2141648"/>
            <a:ext cx="180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9B2F6680-0DFB-6E89-0D06-FC4BB56D9D2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81598" y="3506787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02C5A887-C98D-4C80-6596-9913B522E9C3}"/>
              </a:ext>
            </a:extLst>
          </p:cNvPr>
          <p:cNvSpPr txBox="1"/>
          <p:nvPr/>
        </p:nvSpPr>
        <p:spPr>
          <a:xfrm>
            <a:off x="6446225" y="3913744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A9C6D676-7C32-98E9-0780-02D442D351AF}"/>
              </a:ext>
            </a:extLst>
          </p:cNvPr>
          <p:cNvCxnSpPr>
            <a:cxnSpLocks/>
          </p:cNvCxnSpPr>
          <p:nvPr/>
        </p:nvCxnSpPr>
        <p:spPr>
          <a:xfrm>
            <a:off x="5574423" y="2101586"/>
            <a:ext cx="324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456DE010-F3A7-C85E-DF6E-F12709326CB6}"/>
              </a:ext>
            </a:extLst>
          </p:cNvPr>
          <p:cNvSpPr txBox="1"/>
          <p:nvPr/>
        </p:nvSpPr>
        <p:spPr>
          <a:xfrm>
            <a:off x="2418237" y="1361227"/>
            <a:ext cx="30553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Chunk-Loop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5C17D29A-B579-A486-96FC-78ABDBD1C8C3}"/>
              </a:ext>
            </a:extLst>
          </p:cNvPr>
          <p:cNvCxnSpPr>
            <a:cxnSpLocks/>
          </p:cNvCxnSpPr>
          <p:nvPr/>
        </p:nvCxnSpPr>
        <p:spPr>
          <a:xfrm>
            <a:off x="6532999" y="3739661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1AECB0A3-77BC-66E6-2B68-47C344144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2104" y="3222872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143970-893A-DC63-B472-1AF91A9C6CFA}"/>
              </a:ext>
            </a:extLst>
          </p:cNvPr>
          <p:cNvSpPr txBox="1"/>
          <p:nvPr/>
        </p:nvSpPr>
        <p:spPr>
          <a:xfrm>
            <a:off x="5001999" y="3213556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D0719-6936-4181-1582-39240C2BE1CF}"/>
              </a:ext>
            </a:extLst>
          </p:cNvPr>
          <p:cNvSpPr txBox="1"/>
          <p:nvPr/>
        </p:nvSpPr>
        <p:spPr>
          <a:xfrm rot="3268670">
            <a:off x="5186235" y="2997322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93EA8B-9F21-03A5-8C88-73F69F622485}"/>
              </a:ext>
            </a:extLst>
          </p:cNvPr>
          <p:cNvSpPr txBox="1"/>
          <p:nvPr/>
        </p:nvSpPr>
        <p:spPr>
          <a:xfrm rot="5400000">
            <a:off x="5433520" y="2949812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D402E2-C131-C549-CC2C-D65D07D6961A}"/>
              </a:ext>
            </a:extLst>
          </p:cNvPr>
          <p:cNvSpPr/>
          <p:nvPr/>
        </p:nvSpPr>
        <p:spPr>
          <a:xfrm>
            <a:off x="5935023" y="1579114"/>
            <a:ext cx="1583378" cy="983351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14E054-E291-C6E8-6457-09AC473102DB}"/>
              </a:ext>
            </a:extLst>
          </p:cNvPr>
          <p:cNvSpPr/>
          <p:nvPr/>
        </p:nvSpPr>
        <p:spPr>
          <a:xfrm>
            <a:off x="6014999" y="1767530"/>
            <a:ext cx="1279585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AC2BBA1-E50F-77AE-E512-A7D976B2AA49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0218" y="1851960"/>
            <a:ext cx="366849" cy="40444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D61310-7AF7-FE94-8BE0-71109D836C84}"/>
              </a:ext>
            </a:extLst>
          </p:cNvPr>
          <p:cNvCxnSpPr/>
          <p:nvPr/>
        </p:nvCxnSpPr>
        <p:spPr>
          <a:xfrm>
            <a:off x="6085340" y="2684787"/>
            <a:ext cx="0" cy="50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0930579D-C566-862B-C133-CE51C8ECFF3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85787" y="2639445"/>
            <a:ext cx="694423" cy="61189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D257119-8E76-1076-C58F-1DE57AE597E1}"/>
              </a:ext>
            </a:extLst>
          </p:cNvPr>
          <p:cNvSpPr txBox="1"/>
          <p:nvPr/>
        </p:nvSpPr>
        <p:spPr>
          <a:xfrm>
            <a:off x="6792926" y="2753514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Optimize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Prompt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ABEC97-B079-F5C5-31AC-FB52D373ADFC}"/>
              </a:ext>
            </a:extLst>
          </p:cNvPr>
          <p:cNvSpPr txBox="1"/>
          <p:nvPr/>
        </p:nvSpPr>
        <p:spPr>
          <a:xfrm>
            <a:off x="5935023" y="1345494"/>
            <a:ext cx="15833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Synthesis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E2D11D-110B-D6D0-B97D-2C06468FD6EA}"/>
              </a:ext>
            </a:extLst>
          </p:cNvPr>
          <p:cNvSpPr txBox="1"/>
          <p:nvPr/>
        </p:nvSpPr>
        <p:spPr>
          <a:xfrm>
            <a:off x="2418237" y="2344370"/>
            <a:ext cx="19447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(Select context and Build prompt)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5339E1-09CC-DD16-22F5-C721566B75D9}"/>
              </a:ext>
            </a:extLst>
          </p:cNvPr>
          <p:cNvSpPr txBox="1"/>
          <p:nvPr/>
        </p:nvSpPr>
        <p:spPr>
          <a:xfrm>
            <a:off x="4553562" y="2327797"/>
            <a:ext cx="9653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(Store Results)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61575-4C1B-D681-BFBE-2245974F11BE}"/>
              </a:ext>
            </a:extLst>
          </p:cNvPr>
          <p:cNvSpPr txBox="1"/>
          <p:nvPr/>
        </p:nvSpPr>
        <p:spPr>
          <a:xfrm>
            <a:off x="6380135" y="1858725"/>
            <a:ext cx="100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- Merge results</a:t>
            </a:r>
          </a:p>
          <a:p>
            <a:pPr lvl="0">
              <a:defRPr/>
            </a:pPr>
            <a:r>
              <a:rPr kumimoji="0" lang="nl-NL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- Build prompt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FB4D6-2B91-77C8-FCC9-F2742F89C6D4}"/>
              </a:ext>
            </a:extLst>
          </p:cNvPr>
          <p:cNvSpPr txBox="1"/>
          <p:nvPr/>
        </p:nvSpPr>
        <p:spPr>
          <a:xfrm>
            <a:off x="3552967" y="2721337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New Chunk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0F9636-110B-74FF-2C84-D2767FBF9410}"/>
              </a:ext>
            </a:extLst>
          </p:cNvPr>
          <p:cNvSpPr txBox="1"/>
          <p:nvPr/>
        </p:nvSpPr>
        <p:spPr>
          <a:xfrm>
            <a:off x="2581732" y="4091057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8F68A5-2C15-5324-6EFE-EEFC6ECF31EC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37751" y="3421219"/>
            <a:ext cx="613721" cy="6509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3CE48F-D58E-65A9-BA6C-B5137CD1971C}"/>
              </a:ext>
            </a:extLst>
          </p:cNvPr>
          <p:cNvSpPr txBox="1"/>
          <p:nvPr/>
        </p:nvSpPr>
        <p:spPr>
          <a:xfrm>
            <a:off x="1233500" y="3118647"/>
            <a:ext cx="856325" cy="252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Document(s)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C938317-D636-242E-0273-A948D86864E5}"/>
              </a:ext>
            </a:extLst>
          </p:cNvPr>
          <p:cNvCxnSpPr>
            <a:cxnSpLocks/>
          </p:cNvCxnSpPr>
          <p:nvPr/>
        </p:nvCxnSpPr>
        <p:spPr>
          <a:xfrm flipH="1">
            <a:off x="4294437" y="1906698"/>
            <a:ext cx="180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0" name="Picture 2" descr="Bot (informática) - EcuRed">
            <a:extLst>
              <a:ext uri="{FF2B5EF4-FFF2-40B4-BE49-F238E27FC236}">
                <a16:creationId xmlns:a16="http://schemas.microsoft.com/office/drawing/2014/main" id="{ECC3BD2E-355D-70C9-77FB-3613C26097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3962281" y="1840836"/>
            <a:ext cx="269049" cy="33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85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1758E9BA-13E8-3DEA-45FF-2B017BFDA1AA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3E318DA-F639-D352-CAB2-D8A905AB53BA}"/>
              </a:ext>
            </a:extLst>
          </p:cNvPr>
          <p:cNvGrpSpPr/>
          <p:nvPr/>
        </p:nvGrpSpPr>
        <p:grpSpPr>
          <a:xfrm>
            <a:off x="368598" y="2080235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0AC6DDE1-1487-DD2C-6CE7-EA90203B5795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AD85B549-1C89-9BA6-3B38-86A60846E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6C5585-5036-2191-92FB-2F700916E6C6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B85E252-791A-1233-4EED-1EA9D337AEE6}"/>
              </a:ext>
            </a:extLst>
          </p:cNvPr>
          <p:cNvCxnSpPr>
            <a:cxnSpLocks/>
          </p:cNvCxnSpPr>
          <p:nvPr/>
        </p:nvCxnSpPr>
        <p:spPr>
          <a:xfrm>
            <a:off x="2134087" y="2405901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68592CC-B476-CE75-5A7E-D7ED16C1A107}"/>
              </a:ext>
            </a:extLst>
          </p:cNvPr>
          <p:cNvSpPr txBox="1"/>
          <p:nvPr/>
        </p:nvSpPr>
        <p:spPr>
          <a:xfrm>
            <a:off x="2971478" y="2718384"/>
            <a:ext cx="1468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519ABEB-3703-594F-D500-20D57E1FAFE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85624" y="2691444"/>
            <a:ext cx="427382" cy="50454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76937992-7428-426A-E53C-A4697906F4D2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FECA5F51-80F0-F286-B6A8-B0D557B4AB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2226DE5-58DF-6BA2-95B5-E46A315BFBC8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E16690B-8CEA-CEFE-4742-17EEE8314BC9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44FF972-FAD0-4A58-0E8E-EECC4A5E6B25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A2C4DA7B-ADC3-1261-302E-8AAD5468144B}"/>
              </a:ext>
            </a:extLst>
          </p:cNvPr>
          <p:cNvSpPr/>
          <p:nvPr/>
        </p:nvSpPr>
        <p:spPr>
          <a:xfrm>
            <a:off x="2630940" y="1105617"/>
            <a:ext cx="6088135" cy="2555879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4ABF253-33BD-7A7C-DC8D-4926234712D7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5DEC7284-C86D-81E2-2ED2-F9F78A0D4D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1CF1B6D-7B61-AD0F-EA37-8DF1D6D83BDE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B14F1DA-3DA3-74D2-CBB0-609C82178EE3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1373BA30-18E3-015D-D22C-7C0E2CEC7D5E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7A9E183-3835-539A-3541-E848FF157F89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319AC893-60BB-4A5C-23E8-2B8CE985E94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481AA98-6020-8318-0DF2-694434202CE9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D15C3F4-BDA9-E516-A845-DFE9081EC7B0}"/>
              </a:ext>
            </a:extLst>
          </p:cNvPr>
          <p:cNvCxnSpPr>
            <a:cxnSpLocks/>
          </p:cNvCxnSpPr>
          <p:nvPr/>
        </p:nvCxnSpPr>
        <p:spPr>
          <a:xfrm>
            <a:off x="5245185" y="2833805"/>
            <a:ext cx="540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406B51B1-D260-40C6-C033-E987EAB8F416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604646C-7379-BEF8-61E9-4D7FAD759691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8A96FA9-0666-C552-47EA-B5FC7D803AA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24608" y="3143140"/>
            <a:ext cx="453712" cy="467566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AE92771D-E1C7-4E1C-8F67-A03D25F8353F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372" y="2297577"/>
            <a:ext cx="336791" cy="406956"/>
          </a:xfrm>
          <a:prstGeom prst="rect">
            <a:avLst/>
          </a:prstGeom>
        </p:spPr>
      </p:pic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359AB24-B3ED-6F8D-EEF5-BDC097D73A95}"/>
              </a:ext>
            </a:extLst>
          </p:cNvPr>
          <p:cNvCxnSpPr>
            <a:cxnSpLocks/>
          </p:cNvCxnSpPr>
          <p:nvPr/>
        </p:nvCxnSpPr>
        <p:spPr>
          <a:xfrm flipH="1">
            <a:off x="5245185" y="3092350"/>
            <a:ext cx="540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104323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2C271-B13B-1A08-3D76-487E3A4A3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67556F6-7597-3CD1-8034-8D2466CB5FC8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BF3B39E-84BF-0759-6EC1-D45A4D17439C}"/>
              </a:ext>
            </a:extLst>
          </p:cNvPr>
          <p:cNvGrpSpPr/>
          <p:nvPr/>
        </p:nvGrpSpPr>
        <p:grpSpPr>
          <a:xfrm>
            <a:off x="388946" y="2635004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A4CD1C7-33DE-C037-58CF-A7E01FD68851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3140AC67-A2DB-61C5-B847-64F889F8F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C74B90C-DEC6-DE27-B745-C7B330DAB110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1982BBE-95E1-A5AF-BCC6-248404CFCA6C}"/>
              </a:ext>
            </a:extLst>
          </p:cNvPr>
          <p:cNvCxnSpPr>
            <a:cxnSpLocks/>
          </p:cNvCxnSpPr>
          <p:nvPr/>
        </p:nvCxnSpPr>
        <p:spPr>
          <a:xfrm>
            <a:off x="2154435" y="2960670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BA312F6C-413E-EBAC-4088-784BE9DEF1DE}"/>
              </a:ext>
            </a:extLst>
          </p:cNvPr>
          <p:cNvSpPr txBox="1"/>
          <p:nvPr/>
        </p:nvSpPr>
        <p:spPr>
          <a:xfrm>
            <a:off x="2971477" y="2718384"/>
            <a:ext cx="15201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4212BBCA-847B-C681-E198-883EF55F9ED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28574" y="2708103"/>
            <a:ext cx="398594" cy="470562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F5145826-A868-F1AD-4D66-912F77AD75A3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F958EC35-AC4F-552E-EAEF-BA854E05BC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62E9DB6-2979-4E5C-D594-C162AD9FCFA1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F02A1AD-E366-3E80-8777-26BE109AEDC4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3C59D0A-3365-2960-2BD4-E271C8048AA9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E16890C-22C1-91CC-871A-8D6B3EAC6D49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9F4557E9-7236-8E63-12DE-599F0655FB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59D918A-BF19-6ED4-36BB-8C80F8CB61C4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453F9A-B20E-3582-F3F3-9E4EF24B0CF9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FC7C91FB-C74E-35AB-E6B0-8F5D439EA82B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27CBF11-4551-557B-FE49-3E02CDBB45D3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20230E76-38DC-B1AA-210B-1523095EF54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00297C7-DACF-3BAF-14A2-87523CE2864C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B13E674-CE92-B1C2-F3D1-CB3D9764CD17}"/>
              </a:ext>
            </a:extLst>
          </p:cNvPr>
          <p:cNvCxnSpPr>
            <a:cxnSpLocks/>
          </p:cNvCxnSpPr>
          <p:nvPr/>
        </p:nvCxnSpPr>
        <p:spPr>
          <a:xfrm>
            <a:off x="5219381" y="2969848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0C04B19-29F7-6C26-0A51-FC2C80B72CE7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FDE234B-CB81-8FDD-EA5E-351CF514FA6C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377AC07D-9B07-870D-CD55-6B150D58B2BF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6372" y="2297577"/>
            <a:ext cx="336791" cy="40695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B0C4FD1-C3A8-2981-48D4-90F3D676112C}"/>
              </a:ext>
            </a:extLst>
          </p:cNvPr>
          <p:cNvSpPr/>
          <p:nvPr/>
        </p:nvSpPr>
        <p:spPr>
          <a:xfrm>
            <a:off x="2629319" y="1105616"/>
            <a:ext cx="6088135" cy="4478969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24C4C-7063-D9CB-2736-AEC3547825CB}"/>
              </a:ext>
            </a:extLst>
          </p:cNvPr>
          <p:cNvGrpSpPr/>
          <p:nvPr/>
        </p:nvGrpSpPr>
        <p:grpSpPr>
          <a:xfrm>
            <a:off x="5234298" y="4615691"/>
            <a:ext cx="754288" cy="869511"/>
            <a:chOff x="838155" y="2794582"/>
            <a:chExt cx="754288" cy="869511"/>
          </a:xfrm>
        </p:grpSpPr>
        <p:pic>
          <p:nvPicPr>
            <p:cNvPr id="12" name="Picture 2" descr="Bot (informática) - EcuRed">
              <a:extLst>
                <a:ext uri="{FF2B5EF4-FFF2-40B4-BE49-F238E27FC236}">
                  <a16:creationId xmlns:a16="http://schemas.microsoft.com/office/drawing/2014/main" id="{238979C2-78E9-A796-D164-18EF6C46BA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634DA9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FEB28A-1610-19AD-C4A6-B648095B2689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Moderator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8BDDAD-89E6-84F6-06B6-96E23C3EBBE9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9BBD844-3A5A-1385-3493-8E1D71C301F1}"/>
              </a:ext>
            </a:extLst>
          </p:cNvPr>
          <p:cNvSpPr/>
          <p:nvPr/>
        </p:nvSpPr>
        <p:spPr>
          <a:xfrm>
            <a:off x="4514100" y="3672115"/>
            <a:ext cx="2194685" cy="645070"/>
          </a:xfrm>
          <a:prstGeom prst="roundRect">
            <a:avLst/>
          </a:prstGeom>
          <a:solidFill>
            <a:srgbClr val="634DA9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76591F-CD1D-748E-B2B0-925BBD730250}"/>
              </a:ext>
            </a:extLst>
          </p:cNvPr>
          <p:cNvSpPr txBox="1"/>
          <p:nvPr/>
        </p:nvSpPr>
        <p:spPr>
          <a:xfrm>
            <a:off x="4491625" y="3701460"/>
            <a:ext cx="18951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Summarize arguments, identify (dis)agreements,  and Propose one question that helps both agents move toward consensus.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0AE721-AF21-AD04-E1B3-41C6CE5A12EE}"/>
              </a:ext>
            </a:extLst>
          </p:cNvPr>
          <p:cNvCxnSpPr>
            <a:cxnSpLocks/>
          </p:cNvCxnSpPr>
          <p:nvPr/>
        </p:nvCxnSpPr>
        <p:spPr>
          <a:xfrm flipV="1">
            <a:off x="5622917" y="4378335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7084333-D278-BE7D-1CD0-257778AC015A}"/>
              </a:ext>
            </a:extLst>
          </p:cNvPr>
          <p:cNvCxnSpPr>
            <a:cxnSpLocks/>
          </p:cNvCxnSpPr>
          <p:nvPr/>
        </p:nvCxnSpPr>
        <p:spPr>
          <a:xfrm>
            <a:off x="6395726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2F8AFC4B-0111-0662-C117-CDBAFA30B7F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53769" y="3739489"/>
            <a:ext cx="455016" cy="46897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E2CCE40-CCEA-BEAD-A957-95BF4C55E46A}"/>
              </a:ext>
            </a:extLst>
          </p:cNvPr>
          <p:cNvSpPr txBox="1"/>
          <p:nvPr/>
        </p:nvSpPr>
        <p:spPr>
          <a:xfrm>
            <a:off x="5942052" y="4596100"/>
            <a:ext cx="1195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gpt-oss-20b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4B24496-1011-F2F9-5AE5-84985D444030}"/>
              </a:ext>
            </a:extLst>
          </p:cNvPr>
          <p:cNvCxnSpPr>
            <a:cxnSpLocks/>
          </p:cNvCxnSpPr>
          <p:nvPr/>
        </p:nvCxnSpPr>
        <p:spPr>
          <a:xfrm flipV="1">
            <a:off x="4790125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0804179-199B-7E7E-D272-E33B76C29F0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09062" y="3347147"/>
            <a:ext cx="336791" cy="40695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FA90DFA-C416-5B90-B4A5-07BB9B358B24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7621" y="3399426"/>
            <a:ext cx="336791" cy="40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E690-CC02-B866-369F-8521767F4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68C6167-62A6-FB03-F729-717A3469283C}"/>
              </a:ext>
            </a:extLst>
          </p:cNvPr>
          <p:cNvSpPr/>
          <p:nvPr/>
        </p:nvSpPr>
        <p:spPr>
          <a:xfrm>
            <a:off x="2992189" y="2646512"/>
            <a:ext cx="1980416" cy="645070"/>
          </a:xfrm>
          <a:prstGeom prst="roundRect">
            <a:avLst/>
          </a:prstGeom>
          <a:solidFill>
            <a:srgbClr val="A1C93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C00A460-EE01-5FBA-96FE-EC4D5CE278A0}"/>
              </a:ext>
            </a:extLst>
          </p:cNvPr>
          <p:cNvGrpSpPr/>
          <p:nvPr/>
        </p:nvGrpSpPr>
        <p:grpSpPr>
          <a:xfrm>
            <a:off x="388946" y="2635004"/>
            <a:ext cx="1655946" cy="638149"/>
            <a:chOff x="1850066" y="2865619"/>
            <a:chExt cx="1655946" cy="638149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7B64524-45F9-F366-2E41-992FCFC0B802}"/>
                </a:ext>
              </a:extLst>
            </p:cNvPr>
            <p:cNvSpPr/>
            <p:nvPr/>
          </p:nvSpPr>
          <p:spPr>
            <a:xfrm>
              <a:off x="1850067" y="2865619"/>
              <a:ext cx="1633908" cy="638149"/>
            </a:xfrm>
            <a:prstGeom prst="roundRect">
              <a:avLst/>
            </a:prstGeom>
            <a:solidFill>
              <a:srgbClr val="FFC000">
                <a:alpha val="24000"/>
              </a:srgb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0ADA65C7-9829-BC67-1B8B-A726B00F7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899742" y="2870864"/>
              <a:ext cx="606270" cy="60627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F23CBFF-F16D-C41E-0CC6-2B8A04F7C5ED}"/>
                </a:ext>
              </a:extLst>
            </p:cNvPr>
            <p:cNvSpPr txBox="1"/>
            <p:nvPr/>
          </p:nvSpPr>
          <p:spPr>
            <a:xfrm>
              <a:off x="1850066" y="2970231"/>
              <a:ext cx="120097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Start discussion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on topic of interest.</a:t>
              </a:r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FC2FDF8-FCAB-B36F-9F8E-1CD9FA1135AF}"/>
              </a:ext>
            </a:extLst>
          </p:cNvPr>
          <p:cNvCxnSpPr>
            <a:cxnSpLocks/>
          </p:cNvCxnSpPr>
          <p:nvPr/>
        </p:nvCxnSpPr>
        <p:spPr>
          <a:xfrm>
            <a:off x="2154435" y="2960670"/>
            <a:ext cx="36576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7498F3E-21BD-95C8-F9D4-3F93A6956C95}"/>
              </a:ext>
            </a:extLst>
          </p:cNvPr>
          <p:cNvSpPr txBox="1"/>
          <p:nvPr/>
        </p:nvSpPr>
        <p:spPr>
          <a:xfrm>
            <a:off x="2971477" y="2718384"/>
            <a:ext cx="15201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Discuss the importance of the use of Large Language Models and AI.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767689ED-1F08-6839-9EAA-175CFF32570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28574" y="2708103"/>
            <a:ext cx="398594" cy="470562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F050A19-DFD5-A90E-1861-557ED6C64ADE}"/>
              </a:ext>
            </a:extLst>
          </p:cNvPr>
          <p:cNvGrpSpPr/>
          <p:nvPr/>
        </p:nvGrpSpPr>
        <p:grpSpPr>
          <a:xfrm>
            <a:off x="3685492" y="1372778"/>
            <a:ext cx="754288" cy="988926"/>
            <a:chOff x="4081920" y="2487881"/>
            <a:chExt cx="754288" cy="988926"/>
          </a:xfrm>
        </p:grpSpPr>
        <p:pic>
          <p:nvPicPr>
            <p:cNvPr id="68" name="Picture 2" descr="Bot (informática) - EcuRed">
              <a:extLst>
                <a:ext uri="{FF2B5EF4-FFF2-40B4-BE49-F238E27FC236}">
                  <a16:creationId xmlns:a16="http://schemas.microsoft.com/office/drawing/2014/main" id="{8A5008F5-E147-1248-F6FB-E9874F5AFE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A1C93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4289396" y="2583023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08CCD2D-1847-1BE0-B458-4B2DF8ECD9BD}"/>
                </a:ext>
              </a:extLst>
            </p:cNvPr>
            <p:cNvSpPr txBox="1"/>
            <p:nvPr/>
          </p:nvSpPr>
          <p:spPr>
            <a:xfrm>
              <a:off x="4081920" y="3015142"/>
              <a:ext cx="7542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 Science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88C4418-77C5-30FE-2CAD-CD640ED26C1F}"/>
                </a:ext>
              </a:extLst>
            </p:cNvPr>
            <p:cNvSpPr/>
            <p:nvPr/>
          </p:nvSpPr>
          <p:spPr>
            <a:xfrm>
              <a:off x="4127947" y="2487881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823F0BC-63B3-6895-729F-813C3F9133C8}"/>
              </a:ext>
            </a:extLst>
          </p:cNvPr>
          <p:cNvCxnSpPr>
            <a:cxnSpLocks/>
          </p:cNvCxnSpPr>
          <p:nvPr/>
        </p:nvCxnSpPr>
        <p:spPr>
          <a:xfrm>
            <a:off x="4043419" y="2436392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CBAD2A9-4DFC-0569-2020-14E5F1F576E3}"/>
              </a:ext>
            </a:extLst>
          </p:cNvPr>
          <p:cNvGrpSpPr/>
          <p:nvPr/>
        </p:nvGrpSpPr>
        <p:grpSpPr>
          <a:xfrm>
            <a:off x="6791545" y="1417862"/>
            <a:ext cx="754288" cy="972663"/>
            <a:chOff x="838155" y="2691430"/>
            <a:chExt cx="754288" cy="972663"/>
          </a:xfrm>
        </p:grpSpPr>
        <p:pic>
          <p:nvPicPr>
            <p:cNvPr id="74" name="Picture 2" descr="Bot (informática) - EcuRed">
              <a:extLst>
                <a:ext uri="{FF2B5EF4-FFF2-40B4-BE49-F238E27FC236}">
                  <a16:creationId xmlns:a16="http://schemas.microsoft.com/office/drawing/2014/main" id="{2679E1C4-FFC7-E2FD-5CC5-20426CAEBC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187398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5A97F01-F8C9-5C78-0087-E13211371C4C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Farmer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6564A907-FE18-4E32-9BBD-6EF1B0D8B8C4}"/>
                </a:ext>
              </a:extLst>
            </p:cNvPr>
            <p:cNvSpPr/>
            <p:nvPr/>
          </p:nvSpPr>
          <p:spPr>
            <a:xfrm>
              <a:off x="878471" y="2691430"/>
              <a:ext cx="662234" cy="972663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1F7BAA2-0E01-6B4E-07F4-D2FB3B972C35}"/>
              </a:ext>
            </a:extLst>
          </p:cNvPr>
          <p:cNvSpPr/>
          <p:nvPr/>
        </p:nvSpPr>
        <p:spPr>
          <a:xfrm>
            <a:off x="6052867" y="2626640"/>
            <a:ext cx="2194685" cy="645070"/>
          </a:xfrm>
          <a:prstGeom prst="roundRect">
            <a:avLst/>
          </a:prstGeom>
          <a:solidFill>
            <a:srgbClr val="187398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164CB78-E2B9-6357-5E9E-919B6CC50F47}"/>
              </a:ext>
            </a:extLst>
          </p:cNvPr>
          <p:cNvSpPr txBox="1"/>
          <p:nvPr/>
        </p:nvSpPr>
        <p:spPr>
          <a:xfrm>
            <a:off x="6031724" y="2734327"/>
            <a:ext cx="1667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valuate </a:t>
            </a:r>
            <a:r>
              <a:rPr lang="en-US" sz="800" u="sng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arguments</a:t>
            </a:r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</a:p>
          <a:p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Respond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and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800" dirty="0" err="1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ask</a:t>
            </a:r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follow-up</a:t>
            </a:r>
          </a:p>
          <a:p>
            <a:r>
              <a:rPr lang="nl-NL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question.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886C43C-6EC8-286B-E78D-48D75BC2BE65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52864" y="2635004"/>
            <a:ext cx="662234" cy="620443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5293EA0-EE32-33AE-0B72-F0FA8B214814}"/>
              </a:ext>
            </a:extLst>
          </p:cNvPr>
          <p:cNvCxnSpPr>
            <a:cxnSpLocks/>
          </p:cNvCxnSpPr>
          <p:nvPr/>
        </p:nvCxnSpPr>
        <p:spPr>
          <a:xfrm>
            <a:off x="7161684" y="2431156"/>
            <a:ext cx="0" cy="18089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4AB6E86-01D9-7C6B-752B-09BFAF141709}"/>
              </a:ext>
            </a:extLst>
          </p:cNvPr>
          <p:cNvCxnSpPr>
            <a:cxnSpLocks/>
          </p:cNvCxnSpPr>
          <p:nvPr/>
        </p:nvCxnSpPr>
        <p:spPr>
          <a:xfrm>
            <a:off x="5219381" y="2969848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6D6FD9E-F694-3820-26E9-2BAC6977C6C3}"/>
              </a:ext>
            </a:extLst>
          </p:cNvPr>
          <p:cNvSpPr txBox="1"/>
          <p:nvPr/>
        </p:nvSpPr>
        <p:spPr>
          <a:xfrm>
            <a:off x="3639411" y="1133231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052A0FF-1AEA-0F2F-165B-3539B4191BA6}"/>
              </a:ext>
            </a:extLst>
          </p:cNvPr>
          <p:cNvSpPr txBox="1"/>
          <p:nvPr/>
        </p:nvSpPr>
        <p:spPr>
          <a:xfrm>
            <a:off x="6816674" y="1129720"/>
            <a:ext cx="1745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gemma-4-26b-a4b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1A985-C70E-04F3-511C-07A9C5AC8560}"/>
              </a:ext>
            </a:extLst>
          </p:cNvPr>
          <p:cNvSpPr/>
          <p:nvPr/>
        </p:nvSpPr>
        <p:spPr>
          <a:xfrm>
            <a:off x="2629319" y="1105616"/>
            <a:ext cx="6088135" cy="469388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0293BD-CC4E-6060-3301-25B329330A53}"/>
              </a:ext>
            </a:extLst>
          </p:cNvPr>
          <p:cNvGrpSpPr/>
          <p:nvPr/>
        </p:nvGrpSpPr>
        <p:grpSpPr>
          <a:xfrm>
            <a:off x="6802169" y="4609916"/>
            <a:ext cx="754288" cy="869511"/>
            <a:chOff x="838155" y="2794582"/>
            <a:chExt cx="754288" cy="869511"/>
          </a:xfrm>
        </p:grpSpPr>
        <p:pic>
          <p:nvPicPr>
            <p:cNvPr id="12" name="Picture 2" descr="Bot (informática) - EcuRed">
              <a:extLst>
                <a:ext uri="{FF2B5EF4-FFF2-40B4-BE49-F238E27FC236}">
                  <a16:creationId xmlns:a16="http://schemas.microsoft.com/office/drawing/2014/main" id="{879CBB31-5E2E-7515-7A21-637E442680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634DA9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EEEABBC-C55F-A3E3-6702-EADB8C4133CB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Moderator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F0AB7F8-CB23-C817-F2D4-856D73FA9B9F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BFF585-7301-822E-73AB-0A31B3AECD1F}"/>
              </a:ext>
            </a:extLst>
          </p:cNvPr>
          <p:cNvSpPr/>
          <p:nvPr/>
        </p:nvSpPr>
        <p:spPr>
          <a:xfrm>
            <a:off x="6081971" y="3666340"/>
            <a:ext cx="2194685" cy="645070"/>
          </a:xfrm>
          <a:prstGeom prst="roundRect">
            <a:avLst/>
          </a:prstGeom>
          <a:solidFill>
            <a:srgbClr val="634DA9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09E4AD-7A77-2B09-03DD-15C3A16A9150}"/>
              </a:ext>
            </a:extLst>
          </p:cNvPr>
          <p:cNvSpPr txBox="1"/>
          <p:nvPr/>
        </p:nvSpPr>
        <p:spPr>
          <a:xfrm>
            <a:off x="6059496" y="3695685"/>
            <a:ext cx="18951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Summarize arguments, identify (dis)agreements,  and Propose one question that helps both agents move toward consensus.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15A251-2469-9A4C-DFF9-0143D75C9781}"/>
              </a:ext>
            </a:extLst>
          </p:cNvPr>
          <p:cNvCxnSpPr>
            <a:cxnSpLocks/>
          </p:cNvCxnSpPr>
          <p:nvPr/>
        </p:nvCxnSpPr>
        <p:spPr>
          <a:xfrm flipV="1">
            <a:off x="7190788" y="4372560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69F87D-6A14-1349-CD6C-0B393F177888}"/>
              </a:ext>
            </a:extLst>
          </p:cNvPr>
          <p:cNvCxnSpPr>
            <a:cxnSpLocks/>
          </p:cNvCxnSpPr>
          <p:nvPr/>
        </p:nvCxnSpPr>
        <p:spPr>
          <a:xfrm>
            <a:off x="7173440" y="3350904"/>
            <a:ext cx="0" cy="25200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B77DFB50-6273-C5DE-E93C-72D88919361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21640" y="3733714"/>
            <a:ext cx="455016" cy="46897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2A64926-4398-B4A7-995B-017E6123750F}"/>
              </a:ext>
            </a:extLst>
          </p:cNvPr>
          <p:cNvSpPr txBox="1"/>
          <p:nvPr/>
        </p:nvSpPr>
        <p:spPr>
          <a:xfrm>
            <a:off x="6688543" y="5536040"/>
            <a:ext cx="11954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gpt-oss-20b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90408A-9487-B050-3902-B686F34985AB}"/>
              </a:ext>
            </a:extLst>
          </p:cNvPr>
          <p:cNvGrpSpPr/>
          <p:nvPr/>
        </p:nvGrpSpPr>
        <p:grpSpPr>
          <a:xfrm>
            <a:off x="3743142" y="4632992"/>
            <a:ext cx="754288" cy="869511"/>
            <a:chOff x="838155" y="2794582"/>
            <a:chExt cx="754288" cy="869511"/>
          </a:xfrm>
        </p:grpSpPr>
        <p:pic>
          <p:nvPicPr>
            <p:cNvPr id="4" name="Picture 2" descr="Bot (informática) - EcuRed">
              <a:extLst>
                <a:ext uri="{FF2B5EF4-FFF2-40B4-BE49-F238E27FC236}">
                  <a16:creationId xmlns:a16="http://schemas.microsoft.com/office/drawing/2014/main" id="{40AB2B56-4095-670F-236A-047BF4D9AE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rgbClr val="C4232A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62" t="6530" r="16637" b="12432"/>
            <a:stretch/>
          </p:blipFill>
          <p:spPr bwMode="auto">
            <a:xfrm>
              <a:off x="1036816" y="2861045"/>
              <a:ext cx="381057" cy="479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79B7899-47F5-0049-F58F-A770B59F761C}"/>
                </a:ext>
              </a:extLst>
            </p:cNvPr>
            <p:cNvSpPr txBox="1"/>
            <p:nvPr/>
          </p:nvSpPr>
          <p:spPr>
            <a:xfrm>
              <a:off x="838155" y="3301091"/>
              <a:ext cx="7542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Scoring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Agent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BE2FF9-39BF-ED57-94E2-DC2E887B520E}"/>
                </a:ext>
              </a:extLst>
            </p:cNvPr>
            <p:cNvSpPr/>
            <p:nvPr/>
          </p:nvSpPr>
          <p:spPr>
            <a:xfrm>
              <a:off x="878471" y="2794582"/>
              <a:ext cx="662234" cy="869511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E1007F5-B8CF-EAD5-DF3A-8C1CD5EAE9C8}"/>
              </a:ext>
            </a:extLst>
          </p:cNvPr>
          <p:cNvSpPr/>
          <p:nvPr/>
        </p:nvSpPr>
        <p:spPr>
          <a:xfrm>
            <a:off x="3003763" y="3695685"/>
            <a:ext cx="1980416" cy="645070"/>
          </a:xfrm>
          <a:prstGeom prst="roundRect">
            <a:avLst/>
          </a:prstGeom>
          <a:solidFill>
            <a:srgbClr val="C4232A">
              <a:lumMod val="20000"/>
              <a:lumOff val="80000"/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F3DA6-8D87-D672-8D44-02D502D3CDF6}"/>
              </a:ext>
            </a:extLst>
          </p:cNvPr>
          <p:cNvSpPr txBox="1"/>
          <p:nvPr/>
        </p:nvSpPr>
        <p:spPr>
          <a:xfrm>
            <a:off x="2990234" y="3785929"/>
            <a:ext cx="1579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Analyze all points, then</a:t>
            </a:r>
          </a:p>
          <a:p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Score whether there is agreement.</a:t>
            </a:r>
            <a:endParaRPr lang="nl-NL" sz="800" dirty="0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125386-B970-E4CE-B6B2-1332D4758913}"/>
              </a:ext>
            </a:extLst>
          </p:cNvPr>
          <p:cNvCxnSpPr>
            <a:cxnSpLocks/>
          </p:cNvCxnSpPr>
          <p:nvPr/>
        </p:nvCxnSpPr>
        <p:spPr>
          <a:xfrm flipV="1">
            <a:off x="4112579" y="4401905"/>
            <a:ext cx="0" cy="18288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1A5FB9E-C956-6CFB-311B-8F585F0CECAE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44004" y="3708849"/>
            <a:ext cx="540174" cy="58199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91223D-E282-ED3B-2772-24BA525BDB59}"/>
              </a:ext>
            </a:extLst>
          </p:cNvPr>
          <p:cNvCxnSpPr>
            <a:cxnSpLocks/>
          </p:cNvCxnSpPr>
          <p:nvPr/>
        </p:nvCxnSpPr>
        <p:spPr>
          <a:xfrm flipV="1">
            <a:off x="4064954" y="3335788"/>
            <a:ext cx="0" cy="27432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A164DC9-498A-FCB7-E87B-812DDAD3A0F0}"/>
              </a:ext>
            </a:extLst>
          </p:cNvPr>
          <p:cNvSpPr txBox="1"/>
          <p:nvPr/>
        </p:nvSpPr>
        <p:spPr>
          <a:xfrm>
            <a:off x="3063774" y="5550520"/>
            <a:ext cx="15054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lfm2-24b-a2b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3CC1B76-48C9-5FE1-230D-B4EF3CCFFB56}"/>
              </a:ext>
            </a:extLst>
          </p:cNvPr>
          <p:cNvCxnSpPr>
            <a:cxnSpLocks/>
          </p:cNvCxnSpPr>
          <p:nvPr/>
        </p:nvCxnSpPr>
        <p:spPr>
          <a:xfrm flipH="1">
            <a:off x="5239702" y="4013827"/>
            <a:ext cx="64800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2789CCB-9560-B253-2F6D-2E9B746C72D6}"/>
              </a:ext>
            </a:extLst>
          </p:cNvPr>
          <p:cNvSpPr txBox="1"/>
          <p:nvPr/>
        </p:nvSpPr>
        <p:spPr>
          <a:xfrm>
            <a:off x="5129929" y="4577949"/>
            <a:ext cx="86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Constructive 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Feedback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3E2D0F-AFF8-D43E-6647-29B26644FC67}"/>
              </a:ext>
            </a:extLst>
          </p:cNvPr>
          <p:cNvCxnSpPr>
            <a:cxnSpLocks/>
          </p:cNvCxnSpPr>
          <p:nvPr/>
        </p:nvCxnSpPr>
        <p:spPr>
          <a:xfrm flipH="1">
            <a:off x="2151146" y="3994777"/>
            <a:ext cx="731520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E69B2B-9577-EAF0-4EF7-7EB60D592603}"/>
              </a:ext>
            </a:extLst>
          </p:cNvPr>
          <p:cNvSpPr txBox="1"/>
          <p:nvPr/>
        </p:nvSpPr>
        <p:spPr>
          <a:xfrm>
            <a:off x="4096535" y="3396582"/>
            <a:ext cx="12773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Is there agreement?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254A2F-8480-0E26-4850-19426A977FD1}"/>
              </a:ext>
            </a:extLst>
          </p:cNvPr>
          <p:cNvSpPr txBox="1"/>
          <p:nvPr/>
        </p:nvSpPr>
        <p:spPr>
          <a:xfrm>
            <a:off x="2642983" y="3748846"/>
            <a:ext cx="4537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Yes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CADC5F-B3F0-911B-7CA1-56A57E808FBC}"/>
              </a:ext>
            </a:extLst>
          </p:cNvPr>
          <p:cNvSpPr txBox="1"/>
          <p:nvPr/>
        </p:nvSpPr>
        <p:spPr>
          <a:xfrm>
            <a:off x="3613966" y="3400792"/>
            <a:ext cx="4537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i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F716A48-2E9A-64B5-2797-AAD2CC6E5DF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11630" y="3748846"/>
            <a:ext cx="453712" cy="4675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C6CE284-F5E8-A70B-8DC1-33375B57BD63}"/>
              </a:ext>
            </a:extLst>
          </p:cNvPr>
          <p:cNvSpPr txBox="1"/>
          <p:nvPr/>
        </p:nvSpPr>
        <p:spPr>
          <a:xfrm>
            <a:off x="1278245" y="4216412"/>
            <a:ext cx="1143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Summary with the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output results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87713A2-B0BA-6938-BB06-CF0D163202BF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95305" y="4182211"/>
            <a:ext cx="336791" cy="40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1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20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2826</TotalTime>
  <Words>408</Words>
  <Application>Microsoft Office PowerPoint</Application>
  <PresentationFormat>Widescreen</PresentationFormat>
  <Paragraphs>165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Segoe UI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20</cp:revision>
  <dcterms:created xsi:type="dcterms:W3CDTF">2025-09-04T11:00:06Z</dcterms:created>
  <dcterms:modified xsi:type="dcterms:W3CDTF">2026-06-28T09:45:36Z</dcterms:modified>
</cp:coreProperties>
</file>